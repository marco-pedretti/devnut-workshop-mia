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9" r:id="rId16"/>
    <p:sldId id="271" r:id="rId17"/>
    <p:sldId id="270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FCA807"/>
    <a:srgbClr val="F5F5F5"/>
    <a:srgbClr val="6E6E6E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027F93-E0F8-E946-BAEC-951D58A829C5}" v="29" dt="2026-09-10T20:48:05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67"/>
  </p:normalViewPr>
  <p:slideViewPr>
    <p:cSldViewPr snapToGrid="0">
      <p:cViewPr varScale="1">
        <p:scale>
          <a:sx n="110" d="100"/>
          <a:sy n="110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Ariazzi" userId="49ca1e46-240d-4ba2-8f76-28021727b444" providerId="ADAL" clId="{4FCD263C-D9D9-5DEA-8957-6A19BE53C15B}"/>
    <pc:docChg chg="undo custSel addSld modSld sldOrd">
      <pc:chgData name="Alessandro Ariazzi" userId="49ca1e46-240d-4ba2-8f76-28021727b444" providerId="ADAL" clId="{4FCD263C-D9D9-5DEA-8957-6A19BE53C15B}" dt="2026-09-10T20:49:35.674" v="3152" actId="1035"/>
      <pc:docMkLst>
        <pc:docMk/>
      </pc:docMkLst>
      <pc:sldChg chg="modSp mod">
        <pc:chgData name="Alessandro Ariazzi" userId="49ca1e46-240d-4ba2-8f76-28021727b444" providerId="ADAL" clId="{4FCD263C-D9D9-5DEA-8957-6A19BE53C15B}" dt="2026-09-03T06:57:47.506" v="5" actId="20577"/>
        <pc:sldMkLst>
          <pc:docMk/>
          <pc:sldMk cId="0" sldId="257"/>
        </pc:sldMkLst>
        <pc:spChg chg="mod">
          <ac:chgData name="Alessandro Ariazzi" userId="49ca1e46-240d-4ba2-8f76-28021727b444" providerId="ADAL" clId="{4FCD263C-D9D9-5DEA-8957-6A19BE53C15B}" dt="2026-09-03T06:57:40.081" v="2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3T06:57:47.506" v="5" actId="20577"/>
          <ac:spMkLst>
            <pc:docMk/>
            <pc:sldMk cId="0" sldId="257"/>
            <ac:spMk id="18" creationId="{00000000-0000-0000-0000-000000000000}"/>
          </ac:spMkLst>
        </pc:spChg>
      </pc:sldChg>
      <pc:sldChg chg="delSp mod">
        <pc:chgData name="Alessandro Ariazzi" userId="49ca1e46-240d-4ba2-8f76-28021727b444" providerId="ADAL" clId="{4FCD263C-D9D9-5DEA-8957-6A19BE53C15B}" dt="2026-09-10T15:48:35.532" v="2154" actId="478"/>
        <pc:sldMkLst>
          <pc:docMk/>
          <pc:sldMk cId="0" sldId="258"/>
        </pc:sldMkLst>
        <pc:spChg chg="del">
          <ac:chgData name="Alessandro Ariazzi" userId="49ca1e46-240d-4ba2-8f76-28021727b444" providerId="ADAL" clId="{4FCD263C-D9D9-5DEA-8957-6A19BE53C15B}" dt="2026-09-10T15:48:35.532" v="2154" actId="478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10T15:49:23.219" v="2195" actId="20577"/>
        <pc:sldMkLst>
          <pc:docMk/>
          <pc:sldMk cId="0" sldId="259"/>
        </pc:sldMkLst>
        <pc:spChg chg="mod">
          <ac:chgData name="Alessandro Ariazzi" userId="49ca1e46-240d-4ba2-8f76-28021727b444" providerId="ADAL" clId="{4FCD263C-D9D9-5DEA-8957-6A19BE53C15B}" dt="2026-09-10T15:49:23.219" v="2195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10T15:49:12.848" v="2194" actId="20577"/>
          <ac:spMkLst>
            <pc:docMk/>
            <pc:sldMk cId="0" sldId="259"/>
            <ac:spMk id="21" creationId="{00000000-0000-0000-0000-000000000000}"/>
          </ac:spMkLst>
        </pc:spChg>
      </pc:sldChg>
      <pc:sldChg chg="delSp mod">
        <pc:chgData name="Alessandro Ariazzi" userId="49ca1e46-240d-4ba2-8f76-28021727b444" providerId="ADAL" clId="{4FCD263C-D9D9-5DEA-8957-6A19BE53C15B}" dt="2026-09-10T15:50:40.110" v="2197" actId="478"/>
        <pc:sldMkLst>
          <pc:docMk/>
          <pc:sldMk cId="0" sldId="261"/>
        </pc:sldMkLst>
        <pc:spChg chg="del">
          <ac:chgData name="Alessandro Ariazzi" userId="49ca1e46-240d-4ba2-8f76-28021727b444" providerId="ADAL" clId="{4FCD263C-D9D9-5DEA-8957-6A19BE53C15B}" dt="2026-09-10T15:49:54.561" v="2196" actId="478"/>
          <ac:spMkLst>
            <pc:docMk/>
            <pc:sldMk cId="0" sldId="261"/>
            <ac:spMk id="35" creationId="{00000000-0000-0000-0000-000000000000}"/>
          </ac:spMkLst>
        </pc:spChg>
        <pc:spChg chg="del">
          <ac:chgData name="Alessandro Ariazzi" userId="49ca1e46-240d-4ba2-8f76-28021727b444" providerId="ADAL" clId="{4FCD263C-D9D9-5DEA-8957-6A19BE53C15B}" dt="2026-09-10T15:50:40.110" v="2197" actId="478"/>
          <ac:spMkLst>
            <pc:docMk/>
            <pc:sldMk cId="0" sldId="261"/>
            <ac:spMk id="41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04T09:06:21.510" v="274" actId="20577"/>
        <pc:sldMkLst>
          <pc:docMk/>
          <pc:sldMk cId="0" sldId="262"/>
        </pc:sldMkLst>
        <pc:spChg chg="mod">
          <ac:chgData name="Alessandro Ariazzi" userId="49ca1e46-240d-4ba2-8f76-28021727b444" providerId="ADAL" clId="{4FCD263C-D9D9-5DEA-8957-6A19BE53C15B}" dt="2026-09-04T09:05:15.675" v="164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5:28.200" v="175" actId="103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5:56.647" v="241" actId="20577"/>
          <ac:spMkLst>
            <pc:docMk/>
            <pc:sldMk cId="0" sldId="262"/>
            <ac:spMk id="29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6:21.510" v="274" actId="20577"/>
          <ac:spMkLst>
            <pc:docMk/>
            <pc:sldMk cId="0" sldId="262"/>
            <ac:spMk id="33" creationId="{00000000-0000-0000-0000-000000000000}"/>
          </ac:spMkLst>
        </pc:spChg>
      </pc:sldChg>
      <pc:sldChg chg="delSp mod">
        <pc:chgData name="Alessandro Ariazzi" userId="49ca1e46-240d-4ba2-8f76-28021727b444" providerId="ADAL" clId="{4FCD263C-D9D9-5DEA-8957-6A19BE53C15B}" dt="2026-09-10T15:51:20.803" v="2198" actId="478"/>
        <pc:sldMkLst>
          <pc:docMk/>
          <pc:sldMk cId="0" sldId="263"/>
        </pc:sldMkLst>
        <pc:spChg chg="del">
          <ac:chgData name="Alessandro Ariazzi" userId="49ca1e46-240d-4ba2-8f76-28021727b444" providerId="ADAL" clId="{4FCD263C-D9D9-5DEA-8957-6A19BE53C15B}" dt="2026-09-10T15:51:20.803" v="2198" actId="478"/>
          <ac:spMkLst>
            <pc:docMk/>
            <pc:sldMk cId="0" sldId="263"/>
            <ac:spMk id="35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10T15:51:52.369" v="2203" actId="20577"/>
        <pc:sldMkLst>
          <pc:docMk/>
          <pc:sldMk cId="0" sldId="264"/>
        </pc:sldMkLst>
        <pc:spChg chg="mod">
          <ac:chgData name="Alessandro Ariazzi" userId="49ca1e46-240d-4ba2-8f76-28021727b444" providerId="ADAL" clId="{4FCD263C-D9D9-5DEA-8957-6A19BE53C15B}" dt="2026-09-10T15:51:52.369" v="2203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7:07.219" v="295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8:02.440" v="476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8:36.652" v="492" actId="2057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8:56.258" v="579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9:01.811" v="597" actId="20577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09:27.395" v="679" actId="20577"/>
          <ac:spMkLst>
            <pc:docMk/>
            <pc:sldMk cId="0" sldId="264"/>
            <ac:spMk id="23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10T20:29:49.803" v="2539" actId="255"/>
        <pc:sldMkLst>
          <pc:docMk/>
          <pc:sldMk cId="0" sldId="265"/>
        </pc:sldMkLst>
        <pc:spChg chg="mod">
          <ac:chgData name="Alessandro Ariazzi" userId="49ca1e46-240d-4ba2-8f76-28021727b444" providerId="ADAL" clId="{4FCD263C-D9D9-5DEA-8957-6A19BE53C15B}" dt="2026-09-10T15:53:26.823" v="2209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10T20:29:49.803" v="2539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0:29.154" v="787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0:37.217" v="802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1:15.157" v="968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1:28.282" v="984" actId="2057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1:49.362" v="1083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1:56.606" v="1109" actId="2057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2:23.823" v="1231" actId="20577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10T15:58:23.653" v="2257" actId="20577"/>
        <pc:sldMkLst>
          <pc:docMk/>
          <pc:sldMk cId="0" sldId="266"/>
        </pc:sldMkLst>
        <pc:spChg chg="mod">
          <ac:chgData name="Alessandro Ariazzi" userId="49ca1e46-240d-4ba2-8f76-28021727b444" providerId="ADAL" clId="{4FCD263C-D9D9-5DEA-8957-6A19BE53C15B}" dt="2026-09-10T15:57:16.390" v="2238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2:39.097" v="1250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10T15:58:23.653" v="2257" actId="2057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2:52.574" v="1266" actId="2057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3:17.973" v="1322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3:23.257" v="1338" actId="20577"/>
          <ac:spMkLst>
            <pc:docMk/>
            <pc:sldMk cId="0" sldId="266"/>
            <ac:spMk id="22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3:40.526" v="1432" actId="20577"/>
          <ac:spMkLst>
            <pc:docMk/>
            <pc:sldMk cId="0" sldId="266"/>
            <ac:spMk id="23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10T15:59:40.052" v="2262" actId="20577"/>
        <pc:sldMkLst>
          <pc:docMk/>
          <pc:sldMk cId="0" sldId="267"/>
        </pc:sldMkLst>
        <pc:spChg chg="mod">
          <ac:chgData name="Alessandro Ariazzi" userId="49ca1e46-240d-4ba2-8f76-28021727b444" providerId="ADAL" clId="{4FCD263C-D9D9-5DEA-8957-6A19BE53C15B}" dt="2026-09-10T15:59:40.052" v="2262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4:15.809" v="1519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4:25.706" v="1544" actId="20577"/>
          <ac:spMkLst>
            <pc:docMk/>
            <pc:sldMk cId="0" sldId="267"/>
            <ac:spMk id="16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4:33.616" v="1562" actId="20577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4:41.245" v="1563"/>
          <ac:spMkLst>
            <pc:docMk/>
            <pc:sldMk cId="0" sldId="267"/>
            <ac:spMk id="20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4:47.541" v="1579" actId="20577"/>
          <ac:spMkLst>
            <pc:docMk/>
            <pc:sldMk cId="0" sldId="267"/>
            <ac:spMk id="22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5:10.091" v="1666" actId="20577"/>
          <ac:spMkLst>
            <pc:docMk/>
            <pc:sldMk cId="0" sldId="267"/>
            <ac:spMk id="23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04T09:17:31.767" v="2033" actId="20577"/>
        <pc:sldMkLst>
          <pc:docMk/>
          <pc:sldMk cId="0" sldId="268"/>
        </pc:sldMkLst>
        <pc:spChg chg="mod">
          <ac:chgData name="Alessandro Ariazzi" userId="49ca1e46-240d-4ba2-8f76-28021727b444" providerId="ADAL" clId="{4FCD263C-D9D9-5DEA-8957-6A19BE53C15B}" dt="2026-09-04T09:15:33.542" v="1677" actId="20577"/>
          <ac:spMkLst>
            <pc:docMk/>
            <pc:sldMk cId="0" sldId="268"/>
            <ac:spMk id="34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5:57.949" v="1753" actId="20577"/>
          <ac:spMkLst>
            <pc:docMk/>
            <pc:sldMk cId="0" sldId="268"/>
            <ac:spMk id="35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6:56.111" v="1913" actId="20577"/>
          <ac:spMkLst>
            <pc:docMk/>
            <pc:sldMk cId="0" sldId="268"/>
            <ac:spMk id="40" creationId="{00000000-0000-0000-0000-000000000000}"/>
          </ac:spMkLst>
        </pc:spChg>
        <pc:spChg chg="mod">
          <ac:chgData name="Alessandro Ariazzi" userId="49ca1e46-240d-4ba2-8f76-28021727b444" providerId="ADAL" clId="{4FCD263C-D9D9-5DEA-8957-6A19BE53C15B}" dt="2026-09-04T09:17:31.767" v="2033" actId="20577"/>
          <ac:spMkLst>
            <pc:docMk/>
            <pc:sldMk cId="0" sldId="268"/>
            <ac:spMk id="44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04T09:19:01.017" v="2153" actId="1076"/>
        <pc:sldMkLst>
          <pc:docMk/>
          <pc:sldMk cId="0" sldId="269"/>
        </pc:sldMkLst>
        <pc:spChg chg="mod">
          <ac:chgData name="Alessandro Ariazzi" userId="49ca1e46-240d-4ba2-8f76-28021727b444" providerId="ADAL" clId="{4FCD263C-D9D9-5DEA-8957-6A19BE53C15B}" dt="2026-09-04T09:18:31.998" v="2152" actId="20577"/>
          <ac:spMkLst>
            <pc:docMk/>
            <pc:sldMk cId="0" sldId="269"/>
            <ac:spMk id="6" creationId="{00000000-0000-0000-0000-000000000000}"/>
          </ac:spMkLst>
        </pc:spChg>
      </pc:sldChg>
      <pc:sldChg chg="modSp mod">
        <pc:chgData name="Alessandro Ariazzi" userId="49ca1e46-240d-4ba2-8f76-28021727b444" providerId="ADAL" clId="{4FCD263C-D9D9-5DEA-8957-6A19BE53C15B}" dt="2026-09-10T16:04:36.769" v="2266" actId="20577"/>
        <pc:sldMkLst>
          <pc:docMk/>
          <pc:sldMk cId="0" sldId="270"/>
        </pc:sldMkLst>
        <pc:spChg chg="mod">
          <ac:chgData name="Alessandro Ariazzi" userId="49ca1e46-240d-4ba2-8f76-28021727b444" providerId="ADAL" clId="{4FCD263C-D9D9-5DEA-8957-6A19BE53C15B}" dt="2026-09-10T16:04:36.769" v="2266" actId="20577"/>
          <ac:spMkLst>
            <pc:docMk/>
            <pc:sldMk cId="0" sldId="270"/>
            <ac:spMk id="20" creationId="{00000000-0000-0000-0000-000000000000}"/>
          </ac:spMkLst>
        </pc:spChg>
      </pc:sldChg>
      <pc:sldChg chg="ord">
        <pc:chgData name="Alessandro Ariazzi" userId="49ca1e46-240d-4ba2-8f76-28021727b444" providerId="ADAL" clId="{4FCD263C-D9D9-5DEA-8957-6A19BE53C15B}" dt="2026-09-10T16:05:02.474" v="2267" actId="20578"/>
        <pc:sldMkLst>
          <pc:docMk/>
          <pc:sldMk cId="0" sldId="271"/>
        </pc:sldMkLst>
      </pc:sldChg>
      <pc:sldChg chg="addSp delSp modSp add mod">
        <pc:chgData name="Alessandro Ariazzi" userId="49ca1e46-240d-4ba2-8f76-28021727b444" providerId="ADAL" clId="{4FCD263C-D9D9-5DEA-8957-6A19BE53C15B}" dt="2026-09-10T20:49:35.674" v="3152" actId="1035"/>
        <pc:sldMkLst>
          <pc:docMk/>
          <pc:sldMk cId="1063045481" sldId="274"/>
        </pc:sldMkLst>
        <pc:spChg chg="add del mod">
          <ac:chgData name="Alessandro Ariazzi" userId="49ca1e46-240d-4ba2-8f76-28021727b444" providerId="ADAL" clId="{4FCD263C-D9D9-5DEA-8957-6A19BE53C15B}" dt="2026-09-10T20:32:26.609" v="2550" actId="478"/>
          <ac:spMkLst>
            <pc:docMk/>
            <pc:sldMk cId="1063045481" sldId="274"/>
            <ac:spMk id="2" creationId="{85B6BA4A-A146-70AE-2D36-180B1337E98F}"/>
          </ac:spMkLst>
        </pc:spChg>
        <pc:spChg chg="del">
          <ac:chgData name="Alessandro Ariazzi" userId="49ca1e46-240d-4ba2-8f76-28021727b444" providerId="ADAL" clId="{4FCD263C-D9D9-5DEA-8957-6A19BE53C15B}" dt="2026-09-10T20:30:31.691" v="2547" actId="478"/>
          <ac:spMkLst>
            <pc:docMk/>
            <pc:sldMk cId="1063045481" sldId="274"/>
            <ac:spMk id="4" creationId="{BCE9C555-799D-B7C9-60B6-BD2CFF05956C}"/>
          </ac:spMkLst>
        </pc:spChg>
        <pc:spChg chg="del">
          <ac:chgData name="Alessandro Ariazzi" userId="49ca1e46-240d-4ba2-8f76-28021727b444" providerId="ADAL" clId="{4FCD263C-D9D9-5DEA-8957-6A19BE53C15B}" dt="2026-09-10T16:05:42.091" v="2269" actId="478"/>
          <ac:spMkLst>
            <pc:docMk/>
            <pc:sldMk cId="1063045481" sldId="274"/>
            <ac:spMk id="5" creationId="{4148B60B-7097-346D-C34B-4CEF394E831B}"/>
          </ac:spMkLst>
        </pc:spChg>
        <pc:spChg chg="add mod">
          <ac:chgData name="Alessandro Ariazzi" userId="49ca1e46-240d-4ba2-8f76-28021727b444" providerId="ADAL" clId="{4FCD263C-D9D9-5DEA-8957-6A19BE53C15B}" dt="2026-09-10T20:48:37.637" v="3134" actId="1076"/>
          <ac:spMkLst>
            <pc:docMk/>
            <pc:sldMk cId="1063045481" sldId="274"/>
            <ac:spMk id="6" creationId="{1CC666A0-D449-0327-CB97-EB00A557246B}"/>
          </ac:spMkLst>
        </pc:spChg>
        <pc:spChg chg="del mod">
          <ac:chgData name="Alessandro Ariazzi" userId="49ca1e46-240d-4ba2-8f76-28021727b444" providerId="ADAL" clId="{4FCD263C-D9D9-5DEA-8957-6A19BE53C15B}" dt="2026-09-10T16:05:44.464" v="2271" actId="478"/>
          <ac:spMkLst>
            <pc:docMk/>
            <pc:sldMk cId="1063045481" sldId="274"/>
            <ac:spMk id="6" creationId="{7AD7D7A0-D1D8-B03A-9CCC-5A701B5F3F31}"/>
          </ac:spMkLst>
        </pc:spChg>
        <pc:spChg chg="del mod">
          <ac:chgData name="Alessandro Ariazzi" userId="49ca1e46-240d-4ba2-8f76-28021727b444" providerId="ADAL" clId="{4FCD263C-D9D9-5DEA-8957-6A19BE53C15B}" dt="2026-09-10T20:47:53.641" v="3104" actId="478"/>
          <ac:spMkLst>
            <pc:docMk/>
            <pc:sldMk cId="1063045481" sldId="274"/>
            <ac:spMk id="7" creationId="{B673D981-6D2F-A132-19D3-005B7B419B69}"/>
          </ac:spMkLst>
        </pc:spChg>
        <pc:spChg chg="add del mod">
          <ac:chgData name="Alessandro Ariazzi" userId="49ca1e46-240d-4ba2-8f76-28021727b444" providerId="ADAL" clId="{4FCD263C-D9D9-5DEA-8957-6A19BE53C15B}" dt="2026-09-10T20:34:48.186" v="2724" actId="478"/>
          <ac:spMkLst>
            <pc:docMk/>
            <pc:sldMk cId="1063045481" sldId="274"/>
            <ac:spMk id="11" creationId="{C41E990F-0D86-10F2-D854-B32519E52886}"/>
          </ac:spMkLst>
        </pc:spChg>
        <pc:spChg chg="add mod">
          <ac:chgData name="Alessandro Ariazzi" userId="49ca1e46-240d-4ba2-8f76-28021727b444" providerId="ADAL" clId="{4FCD263C-D9D9-5DEA-8957-6A19BE53C15B}" dt="2026-09-10T20:48:31.202" v="3133" actId="12788"/>
          <ac:spMkLst>
            <pc:docMk/>
            <pc:sldMk cId="1063045481" sldId="274"/>
            <ac:spMk id="12" creationId="{9FCD9431-FB12-21B6-001D-E2DBB324F07E}"/>
          </ac:spMkLst>
        </pc:spChg>
        <pc:spChg chg="add mod">
          <ac:chgData name="Alessandro Ariazzi" userId="49ca1e46-240d-4ba2-8f76-28021727b444" providerId="ADAL" clId="{4FCD263C-D9D9-5DEA-8957-6A19BE53C15B}" dt="2026-09-10T20:48:31.202" v="3133" actId="12788"/>
          <ac:spMkLst>
            <pc:docMk/>
            <pc:sldMk cId="1063045481" sldId="274"/>
            <ac:spMk id="15" creationId="{6494422F-A703-E756-C2B2-7C3D4252384A}"/>
          </ac:spMkLst>
        </pc:spChg>
        <pc:spChg chg="add del mod">
          <ac:chgData name="Alessandro Ariazzi" userId="49ca1e46-240d-4ba2-8f76-28021727b444" providerId="ADAL" clId="{4FCD263C-D9D9-5DEA-8957-6A19BE53C15B}" dt="2026-09-10T20:38:40.485" v="2750" actId="478"/>
          <ac:spMkLst>
            <pc:docMk/>
            <pc:sldMk cId="1063045481" sldId="274"/>
            <ac:spMk id="16" creationId="{DAF5AAE0-4B9F-9F72-177E-CDC5A22E658B}"/>
          </ac:spMkLst>
        </pc:spChg>
        <pc:spChg chg="add mod">
          <ac:chgData name="Alessandro Ariazzi" userId="49ca1e46-240d-4ba2-8f76-28021727b444" providerId="ADAL" clId="{4FCD263C-D9D9-5DEA-8957-6A19BE53C15B}" dt="2026-09-10T20:48:57.438" v="3137" actId="114"/>
          <ac:spMkLst>
            <pc:docMk/>
            <pc:sldMk cId="1063045481" sldId="274"/>
            <ac:spMk id="17" creationId="{2ECBAAEE-5140-0DEC-F9C3-3EF43F3CC12F}"/>
          </ac:spMkLst>
        </pc:spChg>
        <pc:spChg chg="add mod">
          <ac:chgData name="Alessandro Ariazzi" userId="49ca1e46-240d-4ba2-8f76-28021727b444" providerId="ADAL" clId="{4FCD263C-D9D9-5DEA-8957-6A19BE53C15B}" dt="2026-09-10T20:49:31.585" v="3144" actId="14100"/>
          <ac:spMkLst>
            <pc:docMk/>
            <pc:sldMk cId="1063045481" sldId="274"/>
            <ac:spMk id="18" creationId="{01ECB3A0-A384-8639-049E-D3334BB91C67}"/>
          </ac:spMkLst>
        </pc:spChg>
        <pc:spChg chg="add mod">
          <ac:chgData name="Alessandro Ariazzi" userId="49ca1e46-240d-4ba2-8f76-28021727b444" providerId="ADAL" clId="{4FCD263C-D9D9-5DEA-8957-6A19BE53C15B}" dt="2026-09-10T20:49:16.599" v="3140" actId="255"/>
          <ac:spMkLst>
            <pc:docMk/>
            <pc:sldMk cId="1063045481" sldId="274"/>
            <ac:spMk id="19" creationId="{358588FF-1442-BDF8-F8FE-B38267871E27}"/>
          </ac:spMkLst>
        </pc:spChg>
        <pc:spChg chg="add mod">
          <ac:chgData name="Alessandro Ariazzi" userId="49ca1e46-240d-4ba2-8f76-28021727b444" providerId="ADAL" clId="{4FCD263C-D9D9-5DEA-8957-6A19BE53C15B}" dt="2026-09-10T20:48:31.202" v="3133" actId="12788"/>
          <ac:spMkLst>
            <pc:docMk/>
            <pc:sldMk cId="1063045481" sldId="274"/>
            <ac:spMk id="23" creationId="{F1D27A9C-8F73-A8DE-FE7E-98BEFAC60C1C}"/>
          </ac:spMkLst>
        </pc:spChg>
        <pc:grpChg chg="add mod">
          <ac:chgData name="Alessandro Ariazzi" userId="49ca1e46-240d-4ba2-8f76-28021727b444" providerId="ADAL" clId="{4FCD263C-D9D9-5DEA-8957-6A19BE53C15B}" dt="2026-09-10T20:49:35.674" v="3152" actId="1035"/>
          <ac:grpSpMkLst>
            <pc:docMk/>
            <pc:sldMk cId="1063045481" sldId="274"/>
            <ac:grpSpMk id="22" creationId="{BA767D64-A46D-1273-9DEE-1E9AA6AD2158}"/>
          </ac:grpSpMkLst>
        </pc:grpChg>
        <pc:picChg chg="add mod">
          <ac:chgData name="Alessandro Ariazzi" userId="49ca1e46-240d-4ba2-8f76-28021727b444" providerId="ADAL" clId="{4FCD263C-D9D9-5DEA-8957-6A19BE53C15B}" dt="2026-09-10T20:49:07.003" v="3138" actId="14100"/>
          <ac:picMkLst>
            <pc:docMk/>
            <pc:sldMk cId="1063045481" sldId="274"/>
            <ac:picMk id="5" creationId="{C48F0B6D-5E6A-18B6-297D-DFF53ECEB61E}"/>
          </ac:picMkLst>
        </pc:picChg>
        <pc:picChg chg="add del mod">
          <ac:chgData name="Alessandro Ariazzi" userId="49ca1e46-240d-4ba2-8f76-28021727b444" providerId="ADAL" clId="{4FCD263C-D9D9-5DEA-8957-6A19BE53C15B}" dt="2026-09-10T16:15:27.634" v="2530" actId="478"/>
          <ac:picMkLst>
            <pc:docMk/>
            <pc:sldMk cId="1063045481" sldId="274"/>
            <ac:picMk id="11" creationId="{DAE8CD69-3DCA-3BCF-F59B-E8FF1CB71E38}"/>
          </ac:picMkLst>
        </pc:picChg>
        <pc:picChg chg="add del mod">
          <ac:chgData name="Alessandro Ariazzi" userId="49ca1e46-240d-4ba2-8f76-28021727b444" providerId="ADAL" clId="{4FCD263C-D9D9-5DEA-8957-6A19BE53C15B}" dt="2026-09-10T20:30:13.361" v="2540" actId="478"/>
          <ac:picMkLst>
            <pc:docMk/>
            <pc:sldMk cId="1063045481" sldId="274"/>
            <ac:picMk id="13" creationId="{0B7DECD8-0A6F-25F5-8D5F-5F54EA570004}"/>
          </ac:picMkLst>
        </pc:picChg>
        <pc:picChg chg="add del mod">
          <ac:chgData name="Alessandro Ariazzi" userId="49ca1e46-240d-4ba2-8f76-28021727b444" providerId="ADAL" clId="{4FCD263C-D9D9-5DEA-8957-6A19BE53C15B}" dt="2026-09-10T20:36:31.459" v="2735" actId="478"/>
          <ac:picMkLst>
            <pc:docMk/>
            <pc:sldMk cId="1063045481" sldId="274"/>
            <ac:picMk id="14" creationId="{16A9C4B2-166E-5628-2C47-016B192ADAF9}"/>
          </ac:picMkLst>
        </pc:picChg>
        <pc:picChg chg="add mod">
          <ac:chgData name="Alessandro Ariazzi" userId="49ca1e46-240d-4ba2-8f76-28021727b444" providerId="ADAL" clId="{4FCD263C-D9D9-5DEA-8957-6A19BE53C15B}" dt="2026-09-10T20:46:15.105" v="3080" actId="1076"/>
          <ac:picMkLst>
            <pc:docMk/>
            <pc:sldMk cId="1063045481" sldId="274"/>
            <ac:picMk id="21" creationId="{C225A23F-F320-00E1-F11A-D5B13ABB152D}"/>
          </ac:picMkLst>
        </pc:picChg>
      </pc:sldChg>
    </pc:docChg>
  </pc:docChgLst>
  <pc:docChgLst>
    <pc:chgData name="Tommaso Curotti" userId="af1df13f-21ec-4770-845d-21fa6ce1029a" providerId="ADAL" clId="{6FE20C07-BC1F-4BE6-8C84-B39A71519952}"/>
    <pc:docChg chg="undo custSel modSld">
      <pc:chgData name="Tommaso Curotti" userId="af1df13f-21ec-4770-845d-21fa6ce1029a" providerId="ADAL" clId="{6FE20C07-BC1F-4BE6-8C84-B39A71519952}" dt="2026-09-04T11:16:03.992" v="186" actId="20577"/>
      <pc:docMkLst>
        <pc:docMk/>
      </pc:docMkLst>
      <pc:sldChg chg="modSp mod">
        <pc:chgData name="Tommaso Curotti" userId="af1df13f-21ec-4770-845d-21fa6ce1029a" providerId="ADAL" clId="{6FE20C07-BC1F-4BE6-8C84-B39A71519952}" dt="2026-09-04T11:15:22.560" v="183" actId="20577"/>
        <pc:sldMkLst>
          <pc:docMk/>
          <pc:sldMk cId="0" sldId="256"/>
        </pc:sldMkLst>
        <pc:spChg chg="mod">
          <ac:chgData name="Tommaso Curotti" userId="af1df13f-21ec-4770-845d-21fa6ce1029a" providerId="ADAL" clId="{6FE20C07-BC1F-4BE6-8C84-B39A71519952}" dt="2026-09-04T11:15:22.560" v="183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Tommaso Curotti" userId="af1df13f-21ec-4770-845d-21fa6ce1029a" providerId="ADAL" clId="{6FE20C07-BC1F-4BE6-8C84-B39A71519952}" dt="2026-09-04T11:15:38.674" v="185" actId="20577"/>
        <pc:sldMkLst>
          <pc:docMk/>
          <pc:sldMk cId="0" sldId="258"/>
        </pc:sldMkLst>
        <pc:spChg chg="mod">
          <ac:chgData name="Tommaso Curotti" userId="af1df13f-21ec-4770-845d-21fa6ce1029a" providerId="ADAL" clId="{6FE20C07-BC1F-4BE6-8C84-B39A71519952}" dt="2026-09-04T11:15:38.674" v="185" actId="20577"/>
          <ac:spMkLst>
            <pc:docMk/>
            <pc:sldMk cId="0" sldId="258"/>
            <ac:spMk id="6" creationId="{00000000-0000-0000-0000-000000000000}"/>
          </ac:spMkLst>
        </pc:spChg>
      </pc:sldChg>
      <pc:sldChg chg="delSp modSp mod">
        <pc:chgData name="Tommaso Curotti" userId="af1df13f-21ec-4770-845d-21fa6ce1029a" providerId="ADAL" clId="{6FE20C07-BC1F-4BE6-8C84-B39A71519952}" dt="2026-09-04T11:14:52.413" v="180" actId="13926"/>
        <pc:sldMkLst>
          <pc:docMk/>
          <pc:sldMk cId="0" sldId="259"/>
        </pc:sldMkLst>
        <pc:spChg chg="mod">
          <ac:chgData name="Tommaso Curotti" userId="af1df13f-21ec-4770-845d-21fa6ce1029a" providerId="ADAL" clId="{6FE20C07-BC1F-4BE6-8C84-B39A71519952}" dt="2026-09-04T11:14:49.686" v="179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4:52.413" v="180" actId="1392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4:49.686" v="179" actId="1076"/>
          <ac:spMkLst>
            <pc:docMk/>
            <pc:sldMk cId="0" sldId="259"/>
            <ac:spMk id="30" creationId="{00000000-0000-0000-0000-000000000000}"/>
          </ac:spMkLst>
        </pc:spChg>
      </pc:sldChg>
      <pc:sldChg chg="modSp mod">
        <pc:chgData name="Tommaso Curotti" userId="af1df13f-21ec-4770-845d-21fa6ce1029a" providerId="ADAL" clId="{6FE20C07-BC1F-4BE6-8C84-B39A71519952}" dt="2026-09-04T11:16:03.992" v="186" actId="20577"/>
        <pc:sldMkLst>
          <pc:docMk/>
          <pc:sldMk cId="0" sldId="260"/>
        </pc:sldMkLst>
        <pc:spChg chg="mod">
          <ac:chgData name="Tommaso Curotti" userId="af1df13f-21ec-4770-845d-21fa6ce1029a" providerId="ADAL" clId="{6FE20C07-BC1F-4BE6-8C84-B39A71519952}" dt="2026-09-04T11:16:03.992" v="186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4:11.014" v="167" actId="20577"/>
          <ac:spMkLst>
            <pc:docMk/>
            <pc:sldMk cId="0" sldId="260"/>
            <ac:spMk id="6" creationId="{00000000-0000-0000-0000-000000000000}"/>
          </ac:spMkLst>
        </pc:spChg>
        <pc:graphicFrameChg chg="modGraphic">
          <ac:chgData name="Tommaso Curotti" userId="af1df13f-21ec-4770-845d-21fa6ce1029a" providerId="ADAL" clId="{6FE20C07-BC1F-4BE6-8C84-B39A71519952}" dt="2026-09-04T11:14:06.611" v="166" actId="20577"/>
          <ac:graphicFrameMkLst>
            <pc:docMk/>
            <pc:sldMk cId="0" sldId="260"/>
            <ac:graphicFrameMk id="22" creationId="{00000000-0000-0000-0000-000000000000}"/>
          </ac:graphicFrameMkLst>
        </pc:graphicFrameChg>
      </pc:sldChg>
      <pc:sldChg chg="modSp mod modShow">
        <pc:chgData name="Tommaso Curotti" userId="af1df13f-21ec-4770-845d-21fa6ce1029a" providerId="ADAL" clId="{6FE20C07-BC1F-4BE6-8C84-B39A71519952}" dt="2026-09-04T11:07:10.646" v="14" actId="729"/>
        <pc:sldMkLst>
          <pc:docMk/>
          <pc:sldMk cId="0" sldId="262"/>
        </pc:sldMkLst>
        <pc:spChg chg="mod">
          <ac:chgData name="Tommaso Curotti" userId="af1df13f-21ec-4770-845d-21fa6ce1029a" providerId="ADAL" clId="{6FE20C07-BC1F-4BE6-8C84-B39A71519952}" dt="2026-09-04T11:06:07.394" v="11" actId="13926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Tommaso Curotti" userId="af1df13f-21ec-4770-845d-21fa6ce1029a" providerId="ADAL" clId="{6FE20C07-BC1F-4BE6-8C84-B39A71519952}" dt="2026-09-04T11:08:44.100" v="38" actId="20577"/>
        <pc:sldMkLst>
          <pc:docMk/>
          <pc:sldMk cId="0" sldId="263"/>
        </pc:sldMkLst>
        <pc:spChg chg="mod">
          <ac:chgData name="Tommaso Curotti" userId="af1df13f-21ec-4770-845d-21fa6ce1029a" providerId="ADAL" clId="{6FE20C07-BC1F-4BE6-8C84-B39A71519952}" dt="2026-09-04T11:08:44.100" v="38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08:03.344" v="27" actId="20577"/>
          <ac:spMkLst>
            <pc:docMk/>
            <pc:sldMk cId="0" sldId="263"/>
            <ac:spMk id="32" creationId="{00000000-0000-0000-0000-000000000000}"/>
          </ac:spMkLst>
        </pc:spChg>
      </pc:sldChg>
      <pc:sldChg chg="mod modShow">
        <pc:chgData name="Tommaso Curotti" userId="af1df13f-21ec-4770-845d-21fa6ce1029a" providerId="ADAL" clId="{6FE20C07-BC1F-4BE6-8C84-B39A71519952}" dt="2026-09-04T11:07:06.698" v="13" actId="34476"/>
        <pc:sldMkLst>
          <pc:docMk/>
          <pc:sldMk cId="0" sldId="264"/>
        </pc:sldMkLst>
      </pc:sldChg>
      <pc:sldChg chg="mod modShow">
        <pc:chgData name="Tommaso Curotti" userId="af1df13f-21ec-4770-845d-21fa6ce1029a" providerId="ADAL" clId="{6FE20C07-BC1F-4BE6-8C84-B39A71519952}" dt="2026-09-04T11:09:04.993" v="39" actId="729"/>
        <pc:sldMkLst>
          <pc:docMk/>
          <pc:sldMk cId="0" sldId="268"/>
        </pc:sldMkLst>
      </pc:sldChg>
      <pc:sldChg chg="delSp modSp mod">
        <pc:chgData name="Tommaso Curotti" userId="af1df13f-21ec-4770-845d-21fa6ce1029a" providerId="ADAL" clId="{6FE20C07-BC1F-4BE6-8C84-B39A71519952}" dt="2026-09-04T11:13:25.481" v="153" actId="20577"/>
        <pc:sldMkLst>
          <pc:docMk/>
          <pc:sldMk cId="0" sldId="269"/>
        </pc:sldMkLst>
        <pc:spChg chg="mod">
          <ac:chgData name="Tommaso Curotti" userId="af1df13f-21ec-4770-845d-21fa6ce1029a" providerId="ADAL" clId="{6FE20C07-BC1F-4BE6-8C84-B39A71519952}" dt="2026-09-04T11:13:25.481" v="153" actId="20577"/>
          <ac:spMkLst>
            <pc:docMk/>
            <pc:sldMk cId="0" sldId="269"/>
            <ac:spMk id="6" creationId="{00000000-0000-0000-0000-000000000000}"/>
          </ac:spMkLst>
        </pc:spChg>
      </pc:sldChg>
      <pc:sldChg chg="modSp mod">
        <pc:chgData name="Tommaso Curotti" userId="af1df13f-21ec-4770-845d-21fa6ce1029a" providerId="ADAL" clId="{6FE20C07-BC1F-4BE6-8C84-B39A71519952}" dt="2026-09-04T11:11:06.073" v="108" actId="20577"/>
        <pc:sldMkLst>
          <pc:docMk/>
          <pc:sldMk cId="0" sldId="270"/>
        </pc:sldMkLst>
        <pc:spChg chg="mod">
          <ac:chgData name="Tommaso Curotti" userId="af1df13f-21ec-4770-845d-21fa6ce1029a" providerId="ADAL" clId="{6FE20C07-BC1F-4BE6-8C84-B39A71519952}" dt="2026-09-04T11:09:25.268" v="41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09:35.687" v="44" actId="20577"/>
          <ac:spMkLst>
            <pc:docMk/>
            <pc:sldMk cId="0" sldId="270"/>
            <ac:spMk id="21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0:01.778" v="52" actId="20577"/>
          <ac:spMkLst>
            <pc:docMk/>
            <pc:sldMk cId="0" sldId="270"/>
            <ac:spMk id="26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09:53.799" v="50" actId="20577"/>
          <ac:spMkLst>
            <pc:docMk/>
            <pc:sldMk cId="0" sldId="270"/>
            <ac:spMk id="31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1:06.073" v="108" actId="20577"/>
          <ac:spMkLst>
            <pc:docMk/>
            <pc:sldMk cId="0" sldId="270"/>
            <ac:spMk id="36" creationId="{00000000-0000-0000-0000-000000000000}"/>
          </ac:spMkLst>
        </pc:spChg>
      </pc:sldChg>
      <pc:sldChg chg="delSp modSp mod">
        <pc:chgData name="Tommaso Curotti" userId="af1df13f-21ec-4770-845d-21fa6ce1029a" providerId="ADAL" clId="{6FE20C07-BC1F-4BE6-8C84-B39A71519952}" dt="2026-09-04T11:12:28.370" v="149" actId="20577"/>
        <pc:sldMkLst>
          <pc:docMk/>
          <pc:sldMk cId="0" sldId="271"/>
        </pc:sldMkLst>
        <pc:spChg chg="mod">
          <ac:chgData name="Tommaso Curotti" userId="af1df13f-21ec-4770-845d-21fa6ce1029a" providerId="ADAL" clId="{6FE20C07-BC1F-4BE6-8C84-B39A71519952}" dt="2026-09-04T11:12:11.176" v="122" actId="20577"/>
          <ac:spMkLst>
            <pc:docMk/>
            <pc:sldMk cId="0" sldId="271"/>
            <ac:spMk id="6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28.370" v="149" actId="20577"/>
          <ac:spMkLst>
            <pc:docMk/>
            <pc:sldMk cId="0" sldId="271"/>
            <ac:spMk id="17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Tommaso Curotti" userId="af1df13f-21ec-4770-845d-21fa6ce1029a" providerId="ADAL" clId="{6FE20C07-BC1F-4BE6-8C84-B39A71519952}" dt="2026-09-04T11:12:08.960" v="119" actId="1076"/>
          <ac:spMkLst>
            <pc:docMk/>
            <pc:sldMk cId="0" sldId="271"/>
            <ac:spMk id="19" creationId="{00000000-0000-0000-0000-000000000000}"/>
          </ac:spMkLst>
        </pc:spChg>
      </pc:sldChg>
    </pc:docChg>
  </pc:docChgLst>
  <pc:docChgLst>
    <pc:chgData name="Alberto Polini" userId="5866f30a-5629-4721-a1e3-8752ef268a70" providerId="ADAL" clId="{901845B6-09F7-41A8-93EF-C9014C1CF08C}"/>
    <pc:docChg chg="undo custSel modSld">
      <pc:chgData name="Alberto Polini" userId="5866f30a-5629-4721-a1e3-8752ef268a70" providerId="ADAL" clId="{901845B6-09F7-41A8-93EF-C9014C1CF08C}" dt="2026-09-04T09:30:57.773" v="1795" actId="20577"/>
      <pc:docMkLst>
        <pc:docMk/>
      </pc:docMkLst>
      <pc:sldChg chg="modSp mod">
        <pc:chgData name="Alberto Polini" userId="5866f30a-5629-4721-a1e3-8752ef268a70" providerId="ADAL" clId="{901845B6-09F7-41A8-93EF-C9014C1CF08C}" dt="2026-09-04T07:36:44.704" v="1730" actId="20577"/>
        <pc:sldMkLst>
          <pc:docMk/>
          <pc:sldMk cId="0" sldId="258"/>
        </pc:sldMkLst>
        <pc:spChg chg="mod">
          <ac:chgData name="Alberto Polini" userId="5866f30a-5629-4721-a1e3-8752ef268a70" providerId="ADAL" clId="{901845B6-09F7-41A8-93EF-C9014C1CF08C}" dt="2026-09-04T07:36:44.704" v="1730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9:29:29.690" v="1752" actId="13926"/>
        <pc:sldMkLst>
          <pc:docMk/>
          <pc:sldMk cId="0" sldId="259"/>
        </pc:sldMkLst>
        <pc:spChg chg="mod">
          <ac:chgData name="Alberto Polini" userId="5866f30a-5629-4721-a1e3-8752ef268a70" providerId="ADAL" clId="{901845B6-09F7-41A8-93EF-C9014C1CF08C}" dt="2026-09-04T07:00:49.683" v="1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01:06.933" v="38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8:16:52.730" v="1746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8:17:05.458" v="1750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9:29:29.690" v="1752" actId="13926"/>
          <ac:spMkLst>
            <pc:docMk/>
            <pc:sldMk cId="0" sldId="259"/>
            <ac:spMk id="29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9:29:35.182" v="1753" actId="20577"/>
        <pc:sldMkLst>
          <pc:docMk/>
          <pc:sldMk cId="0" sldId="260"/>
        </pc:sldMkLst>
        <pc:spChg chg="mod">
          <ac:chgData name="Alberto Polini" userId="5866f30a-5629-4721-a1e3-8752ef268a70" providerId="ADAL" clId="{901845B6-09F7-41A8-93EF-C9014C1CF08C}" dt="2026-09-04T09:29:35.182" v="1753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02:36.116" v="106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9:29:47.686" v="1769" actId="20577"/>
        <pc:sldMkLst>
          <pc:docMk/>
          <pc:sldMk cId="0" sldId="261"/>
        </pc:sldMkLst>
        <pc:spChg chg="mod">
          <ac:chgData name="Alberto Polini" userId="5866f30a-5629-4721-a1e3-8752ef268a70" providerId="ADAL" clId="{901845B6-09F7-41A8-93EF-C9014C1CF08C}" dt="2026-09-04T09:29:47.686" v="1769" actId="20577"/>
          <ac:spMkLst>
            <pc:docMk/>
            <pc:sldMk cId="0" sldId="261"/>
            <ac:spMk id="5" creationId="{00000000-0000-0000-0000-000000000000}"/>
          </ac:spMkLst>
        </pc:spChg>
      </pc:sldChg>
      <pc:sldChg chg="delSp modSp mod">
        <pc:chgData name="Alberto Polini" userId="5866f30a-5629-4721-a1e3-8752ef268a70" providerId="ADAL" clId="{901845B6-09F7-41A8-93EF-C9014C1CF08C}" dt="2026-09-04T09:30:14.175" v="1773" actId="478"/>
        <pc:sldMkLst>
          <pc:docMk/>
          <pc:sldMk cId="0" sldId="262"/>
        </pc:sldMkLst>
        <pc:spChg chg="mod">
          <ac:chgData name="Alberto Polini" userId="5866f30a-5629-4721-a1e3-8752ef268a70" providerId="ADAL" clId="{901845B6-09F7-41A8-93EF-C9014C1CF08C}" dt="2026-09-04T09:30:02.256" v="1772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9:29:55.550" v="1770" actId="13926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7:06:38.541" v="556" actId="20577"/>
        <pc:sldMkLst>
          <pc:docMk/>
          <pc:sldMk cId="0" sldId="263"/>
        </pc:sldMkLst>
        <pc:spChg chg="mod">
          <ac:chgData name="Alberto Polini" userId="5866f30a-5629-4721-a1e3-8752ef268a70" providerId="ADAL" clId="{901845B6-09F7-41A8-93EF-C9014C1CF08C}" dt="2026-09-04T07:06:28.614" v="550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06:38.541" v="556" actId="20577"/>
          <ac:spMkLst>
            <pc:docMk/>
            <pc:sldMk cId="0" sldId="263"/>
            <ac:spMk id="27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9:30:26.428" v="1774" actId="20577"/>
        <pc:sldMkLst>
          <pc:docMk/>
          <pc:sldMk cId="0" sldId="264"/>
        </pc:sldMkLst>
        <pc:spChg chg="mod">
          <ac:chgData name="Alberto Polini" userId="5866f30a-5629-4721-a1e3-8752ef268a70" providerId="ADAL" clId="{901845B6-09F7-41A8-93EF-C9014C1CF08C}" dt="2026-09-04T07:07:57.339" v="575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08:26.043" v="624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9:30:26.428" v="1774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09:39.575" v="631" actId="20577"/>
          <ac:spMkLst>
            <pc:docMk/>
            <pc:sldMk cId="0" sldId="264"/>
            <ac:spMk id="23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7:12:47.629" v="773" actId="20577"/>
        <pc:sldMkLst>
          <pc:docMk/>
          <pc:sldMk cId="0" sldId="265"/>
        </pc:sldMkLst>
        <pc:spChg chg="mod">
          <ac:chgData name="Alberto Polini" userId="5866f30a-5629-4721-a1e3-8752ef268a70" providerId="ADAL" clId="{901845B6-09F7-41A8-93EF-C9014C1CF08C}" dt="2026-09-04T07:10:25.931" v="637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0:54.440" v="639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1:56.550" v="711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2:19.822" v="757" actId="2057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2:47.629" v="773" actId="20577"/>
          <ac:spMkLst>
            <pc:docMk/>
            <pc:sldMk cId="0" sldId="265"/>
            <ac:spMk id="24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9:30:57.773" v="1795" actId="20577"/>
        <pc:sldMkLst>
          <pc:docMk/>
          <pc:sldMk cId="0" sldId="266"/>
        </pc:sldMkLst>
        <pc:spChg chg="mod">
          <ac:chgData name="Alberto Polini" userId="5866f30a-5629-4721-a1e3-8752ef268a70" providerId="ADAL" clId="{901845B6-09F7-41A8-93EF-C9014C1CF08C}" dt="2026-09-04T07:13:26.857" v="815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3:45.445" v="835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4:11.024" v="836" actId="2057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4:26.149" v="837" actId="2057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9:30:57.773" v="1795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4:58.888" v="848" actId="20577"/>
          <ac:spMkLst>
            <pc:docMk/>
            <pc:sldMk cId="0" sldId="266"/>
            <ac:spMk id="23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7:20:32.115" v="1228" actId="20577"/>
        <pc:sldMkLst>
          <pc:docMk/>
          <pc:sldMk cId="0" sldId="267"/>
        </pc:sldMkLst>
        <pc:spChg chg="mod">
          <ac:chgData name="Alberto Polini" userId="5866f30a-5629-4721-a1e3-8752ef268a70" providerId="ADAL" clId="{901845B6-09F7-41A8-93EF-C9014C1CF08C}" dt="2026-09-04T07:16:45.704" v="851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7:59.614" v="1109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8:15.885" v="1110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18:30.123" v="1111" actId="20577"/>
          <ac:spMkLst>
            <pc:docMk/>
            <pc:sldMk cId="0" sldId="267"/>
            <ac:spMk id="20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0:12.007" v="1198" actId="20577"/>
          <ac:spMkLst>
            <pc:docMk/>
            <pc:sldMk cId="0" sldId="267"/>
            <ac:spMk id="23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0:32.115" v="1228" actId="20577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Alberto Polini" userId="5866f30a-5629-4721-a1e3-8752ef268a70" providerId="ADAL" clId="{901845B6-09F7-41A8-93EF-C9014C1CF08C}" dt="2026-09-04T07:22:18.126" v="1347" actId="20577"/>
        <pc:sldMkLst>
          <pc:docMk/>
          <pc:sldMk cId="0" sldId="268"/>
        </pc:sldMkLst>
        <pc:spChg chg="mod">
          <ac:chgData name="Alberto Polini" userId="5866f30a-5629-4721-a1e3-8752ef268a70" providerId="ADAL" clId="{901845B6-09F7-41A8-93EF-C9014C1CF08C}" dt="2026-09-04T07:21:32.202" v="1261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2:18.126" v="1347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2:00.479" v="1299" actId="20577"/>
          <ac:spMkLst>
            <pc:docMk/>
            <pc:sldMk cId="0" sldId="268"/>
            <ac:spMk id="34" creationId="{00000000-0000-0000-0000-000000000000}"/>
          </ac:spMkLst>
        </pc:spChg>
      </pc:sldChg>
      <pc:sldChg chg="delSp modSp mod">
        <pc:chgData name="Alberto Polini" userId="5866f30a-5629-4721-a1e3-8752ef268a70" providerId="ADAL" clId="{901845B6-09F7-41A8-93EF-C9014C1CF08C}" dt="2026-09-04T07:23:33.440" v="1396" actId="1036"/>
        <pc:sldMkLst>
          <pc:docMk/>
          <pc:sldMk cId="0" sldId="269"/>
        </pc:sldMkLst>
        <pc:spChg chg="mod">
          <ac:chgData name="Alberto Polini" userId="5866f30a-5629-4721-a1e3-8752ef268a70" providerId="ADAL" clId="{901845B6-09F7-41A8-93EF-C9014C1CF08C}" dt="2026-09-04T07:22:45.263" v="1376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7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3:33.440" v="1396" actId="1036"/>
          <ac:spMkLst>
            <pc:docMk/>
            <pc:sldMk cId="0" sldId="269"/>
            <ac:spMk id="32" creationId="{52722CB5-840D-2CF9-0475-AB8D4AB0F964}"/>
          </ac:spMkLst>
        </pc:spChg>
      </pc:sldChg>
      <pc:sldChg chg="modSp mod">
        <pc:chgData name="Alberto Polini" userId="5866f30a-5629-4721-a1e3-8752ef268a70" providerId="ADAL" clId="{901845B6-09F7-41A8-93EF-C9014C1CF08C}" dt="2026-09-04T07:25:10.848" v="1548" actId="20577"/>
        <pc:sldMkLst>
          <pc:docMk/>
          <pc:sldMk cId="0" sldId="270"/>
        </pc:sldMkLst>
        <pc:spChg chg="mod">
          <ac:chgData name="Alberto Polini" userId="5866f30a-5629-4721-a1e3-8752ef268a70" providerId="ADAL" clId="{901845B6-09F7-41A8-93EF-C9014C1CF08C}" dt="2026-09-04T07:23:52.313" v="1420" actId="20577"/>
          <ac:spMkLst>
            <pc:docMk/>
            <pc:sldMk cId="0" sldId="270"/>
            <ac:spMk id="10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4:27.900" v="1484" actId="20577"/>
          <ac:spMkLst>
            <pc:docMk/>
            <pc:sldMk cId="0" sldId="270"/>
            <ac:spMk id="24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4:42.263" v="1510" actId="20577"/>
          <ac:spMkLst>
            <pc:docMk/>
            <pc:sldMk cId="0" sldId="270"/>
            <ac:spMk id="25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5:10.848" v="1548" actId="20577"/>
          <ac:spMkLst>
            <pc:docMk/>
            <pc:sldMk cId="0" sldId="270"/>
            <ac:spMk id="29" creationId="{00000000-0000-0000-0000-000000000000}"/>
          </ac:spMkLst>
        </pc:spChg>
        <pc:spChg chg="mod">
          <ac:chgData name="Alberto Polini" userId="5866f30a-5629-4721-a1e3-8752ef268a70" providerId="ADAL" clId="{901845B6-09F7-41A8-93EF-C9014C1CF08C}" dt="2026-09-04T07:25:08.398" v="1545" actId="20577"/>
          <ac:spMkLst>
            <pc:docMk/>
            <pc:sldMk cId="0" sldId="270"/>
            <ac:spMk id="30" creationId="{00000000-0000-0000-0000-000000000000}"/>
          </ac:spMkLst>
        </pc:spChg>
      </pc:sldChg>
      <pc:sldChg chg="mod modShow">
        <pc:chgData name="Alberto Polini" userId="5866f30a-5629-4721-a1e3-8752ef268a70" providerId="ADAL" clId="{901845B6-09F7-41A8-93EF-C9014C1CF08C}" dt="2026-09-04T07:27:20.043" v="1549" actId="729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82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di apertura. Presentiamo il workshop: una giornata intera, dataset reale, 4 gruppi, output concreti.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Sei blocchi. La giornata è operativa: si parla poco e si costruisce molto.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 punto: la giornata non finisce con un notebook, finisce con un risultato comunicato.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17 studenti: tre gruppi da 4 e uno da 5, oppure come preferisce la direzione del master.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 grana cambia da tabella a tabella: è il primo punto su cui i gruppi devono ragionare.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Mostrare dal vivo cosa succede a fare il merge senza aggregare: il fatturato si moltiplica.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L'assegnazione può essere a sorteggio o per preferenza dichiarata dai gruppi.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 gruppo deve dichiarare l'istante di riferimento e giustificare le feature ammesse.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 il gruppo è veloce, aggiungere TF-IDF + logistica sui commenti negativi.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 confronto con la baseline aziendale è il cuore della presentazione di questo gruppo.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Dataset piccolo: insistere su cross-validation e su intervalli, non su un singolo numero.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Inviare in anticipo una guida di setup di una pagina e il dataset già scaricato.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 dashboard è il deliverable che gli studenti ricordano: è la prima volta che vedono il loro modello usato da qualcuno.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Gli orari sono indicativi e si adattano al calendario del master.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Chiusura. Raccogliere vincoli logistici: aula, prese, wifi, proiettore per le presentazioni finali.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B9D0A-2BC4-1039-954D-0C66DBE0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5F4CD-7C5F-331A-A987-559559499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3A30D-3DE8-87B2-6351-3486736CB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Chiusura. Raccogliere vincoli logistici: aula, prese, wifi, proiettore per le presentazioni finali.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602B3-696B-9A7F-1E5D-FD56E0D56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67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9601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 x Master MIA</a:t>
            </a:r>
            <a:endParaRPr lang="en-US" sz="1900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5800"/>
          </a:p>
        </p:txBody>
      </p:sp>
      <p:sp>
        <p:nvSpPr>
          <p:cNvPr id="6" name="Text 4"/>
          <p:cNvSpPr txBox="1"/>
          <p:nvPr/>
        </p:nvSpPr>
        <p:spPr>
          <a:xfrm>
            <a:off x="960120" y="3520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dati grezzi al modello, in una giornata.</a:t>
            </a:r>
            <a:endParaRPr lang="en-US" sz="2000">
              <a:solidFill>
                <a:srgbClr val="FCA807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6012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· Dataset E-Commerce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96012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studenti · 4 gruppi · 1 dataset</a:t>
            </a:r>
            <a:endParaRPr lang="en-US" sz="140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B256CF32-1B07-8054-4A25-C5D7288D1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620" y="214520"/>
            <a:ext cx="1988877" cy="68251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A2C1AD30-46B5-3866-D7D5-13625E295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614" y="182153"/>
            <a:ext cx="1786890" cy="747245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6459F851-2393-B9A6-94ED-7A79FCA8C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622" y="212655"/>
            <a:ext cx="2087797" cy="68624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11DD4E32-12C5-E76A-0D4C-DD2B485375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9443" y="2731202"/>
            <a:ext cx="5660822" cy="3944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4" name="Text 2"/>
          <p:cNvSpPr txBox="1"/>
          <p:nvPr/>
        </p:nvSpPr>
        <p:spPr>
          <a:xfrm>
            <a:off x="1005840" y="685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>
              <a:solidFill>
                <a:srgbClr val="FCA807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4300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>
              <a:solidFill>
                <a:srgbClr val="FCA807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691640" y="1600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della giornata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1005840" y="2167128"/>
            <a:ext cx="72237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1143000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>
              <a:solidFill>
                <a:srgbClr val="FCA807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691640" y="2313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</a:t>
            </a:r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72237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1143000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>
              <a:solidFill>
                <a:srgbClr val="FCA807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691640" y="30266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quattro use case</a:t>
            </a:r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1005840" y="3593592"/>
            <a:ext cx="72237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1143000" y="3739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>
              <a:solidFill>
                <a:srgbClr val="FCA807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691640" y="37398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lavoreremo</a:t>
            </a:r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1005840" y="4306824"/>
            <a:ext cx="72237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1143000" y="4453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>
              <a:solidFill>
                <a:srgbClr val="FCA807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691640" y="44531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1005840" y="5020056"/>
            <a:ext cx="72237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1143000" y="5166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>
              <a:solidFill>
                <a:srgbClr val="FCA807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691640" y="5166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40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8D125EC4-0574-7E56-C5E1-CF2D044CB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Obiettivo della giornata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146304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7200">
              <a:solidFill>
                <a:srgbClr val="FCA807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920240" y="22860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Analizzare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provenienti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un ecommerce per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risolvere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use case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possono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3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mondo del </a:t>
            </a:r>
            <a:r>
              <a:rPr lang="en-US" sz="31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endParaRPr lang="en-US" sz="3100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121B8B39-0928-C96D-4067-7ECCB6CBEE14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19E68F0-AD2B-2F65-B3FB-5B2CB796EF9D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1627A01-F655-86D6-0A0B-076E325A0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Obiettivo della giornata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777240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è organizzata la giornata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777240" y="108813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squadre, lo stesso dataset, quattro domande di business diverse.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777240" y="1661893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CA80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1005840" y="1799053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600"/>
          </a:p>
        </p:txBody>
      </p:sp>
      <p:sp>
        <p:nvSpPr>
          <p:cNvPr id="9" name="Text 7"/>
          <p:cNvSpPr txBox="1"/>
          <p:nvPr/>
        </p:nvSpPr>
        <p:spPr>
          <a:xfrm>
            <a:off x="1033272" y="2576293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in aula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566160" y="1661893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3794760" y="1799053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/>
          </a:p>
        </p:txBody>
      </p:sp>
      <p:sp>
        <p:nvSpPr>
          <p:cNvPr id="12" name="Text 10"/>
          <p:cNvSpPr txBox="1"/>
          <p:nvPr/>
        </p:nvSpPr>
        <p:spPr>
          <a:xfrm>
            <a:off x="3822192" y="2576293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 di lavoro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6355080" y="1661893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6583680" y="1799053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/>
          </a:p>
        </p:txBody>
      </p:sp>
      <p:sp>
        <p:nvSpPr>
          <p:cNvPr id="15" name="Text 13"/>
          <p:cNvSpPr txBox="1"/>
          <p:nvPr/>
        </p:nvSpPr>
        <p:spPr>
          <a:xfrm>
            <a:off x="6611112" y="2576293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condiviso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9144000" y="1661893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9372600" y="1799053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/>
          </a:p>
        </p:txBody>
      </p:sp>
      <p:sp>
        <p:nvSpPr>
          <p:cNvPr id="18" name="Text 16"/>
          <p:cNvSpPr txBox="1"/>
          <p:nvPr/>
        </p:nvSpPr>
        <p:spPr>
          <a:xfrm>
            <a:off x="9400032" y="2576293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</a:t>
            </a:r>
            <a:r>
              <a:rPr lang="en-US" sz="140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assegnati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822960" y="3591277"/>
            <a:ext cx="146304" cy="146304"/>
          </a:xfrm>
          <a:prstGeom prst="ellipse">
            <a:avLst/>
          </a:prstGeom>
          <a:solidFill>
            <a:srgbClr val="FCA80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1188720" y="3490693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punto di </a:t>
            </a:r>
            <a:r>
              <a:rPr lang="en-US" sz="15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partenza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3411565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ricevono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249645"/>
            <a:ext cx="146304" cy="146304"/>
          </a:xfrm>
          <a:prstGeom prst="ellipse">
            <a:avLst/>
          </a:prstGeom>
          <a:solidFill>
            <a:srgbClr val="FCA80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 txBox="1"/>
          <p:nvPr/>
        </p:nvSpPr>
        <p:spPr>
          <a:xfrm>
            <a:off x="1188720" y="4149061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diverse</a:t>
            </a:r>
            <a:endParaRPr lang="en-US" sz="1500"/>
          </a:p>
        </p:txBody>
      </p:sp>
      <p:sp>
        <p:nvSpPr>
          <p:cNvPr id="24" name="Text 22"/>
          <p:cNvSpPr txBox="1"/>
          <p:nvPr/>
        </p:nvSpPr>
        <p:spPr>
          <a:xfrm>
            <a:off x="4114800" y="4149061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gruppo lavora </a:t>
            </a:r>
            <a:r>
              <a:rPr lang="en-US" sz="140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4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uno use case: i risultati non si sovrappongono e alla fine il quadro è completo.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822960" y="4917186"/>
            <a:ext cx="146304" cy="146304"/>
          </a:xfrm>
          <a:prstGeom prst="ellipse">
            <a:avLst/>
          </a:prstGeom>
          <a:solidFill>
            <a:srgbClr val="FCA80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 txBox="1"/>
          <p:nvPr/>
        </p:nvSpPr>
        <p:spPr>
          <a:xfrm>
            <a:off x="1188720" y="481660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</a:t>
            </a: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5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481660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16:00 ogni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dashboard: 15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minuti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incluse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2474E7A6-93BE-D55F-0D82-809F12B27EDB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EB889C85-6D35-6317-389E-67654021F83A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04302BD6-C5D1-9081-4D24-754BD5A45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Il dataset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777240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8813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Ordini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marketplace divisi in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960120" y="1810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99.441</a:t>
            </a:r>
            <a:endParaRPr lang="en-US" sz="2600"/>
          </a:p>
        </p:txBody>
      </p:sp>
      <p:sp>
        <p:nvSpPr>
          <p:cNvPr id="9" name="Text 7"/>
          <p:cNvSpPr txBox="1"/>
          <p:nvPr/>
        </p:nvSpPr>
        <p:spPr>
          <a:xfrm>
            <a:off x="987552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ordini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2990088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3172968" y="1810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112.650</a:t>
            </a:r>
            <a:endParaRPr lang="en-US" sz="2600"/>
          </a:p>
        </p:txBody>
      </p:sp>
      <p:sp>
        <p:nvSpPr>
          <p:cNvPr id="12" name="Text 10"/>
          <p:cNvSpPr txBox="1"/>
          <p:nvPr/>
        </p:nvSpPr>
        <p:spPr>
          <a:xfrm>
            <a:off x="320040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articolo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5202936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5385816" y="1810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99.224</a:t>
            </a:r>
            <a:endParaRPr lang="en-US" sz="2600"/>
          </a:p>
        </p:txBody>
      </p:sp>
      <p:sp>
        <p:nvSpPr>
          <p:cNvPr id="15" name="Text 13"/>
          <p:cNvSpPr txBox="1"/>
          <p:nvPr/>
        </p:nvSpPr>
        <p:spPr>
          <a:xfrm>
            <a:off x="5413248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7415784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7598664" y="1810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3.095</a:t>
            </a:r>
            <a:endParaRPr lang="en-US" sz="2600"/>
          </a:p>
        </p:txBody>
      </p:sp>
      <p:sp>
        <p:nvSpPr>
          <p:cNvPr id="18" name="Text 16"/>
          <p:cNvSpPr txBox="1"/>
          <p:nvPr/>
        </p:nvSpPr>
        <p:spPr>
          <a:xfrm>
            <a:off x="7626096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venditori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9628632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9811512" y="1810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/>
          </a:p>
        </p:txBody>
      </p:sp>
      <p:sp>
        <p:nvSpPr>
          <p:cNvPr id="21" name="Text 19"/>
          <p:cNvSpPr txBox="1"/>
          <p:nvPr/>
        </p:nvSpPr>
        <p:spPr>
          <a:xfrm>
            <a:off x="9838944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endParaRPr lang="en-US" sz="13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8576"/>
              </p:ext>
            </p:extLst>
          </p:nvPr>
        </p:nvGraphicFramePr>
        <p:xfrm>
          <a:off x="777240" y="3017520"/>
          <a:ext cx="10652760" cy="2834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riga è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ci porti fuori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ordine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99.441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acquisto, approvazione, consegna e data stimata; stato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articolo in un ordine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112.650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Prezzo, spedizione, prodotto, venditore, deadline logistica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transazione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103.886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di pagamento, numero di rate, importo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order_reviews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recensione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99.224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1–5, titolo e commento in portoghese, tempi di risposta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prodotto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32.951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Categoria, peso, dimensioni, numero di foto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cliente-per-ordine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99.441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customer_unique_id, città, stato, CAP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venditore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Città, stato, CAP di partenza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punto CAP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1.000.163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Lat/lng, quindi distanze reali venditore–cliente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category_translation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categoria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Traduzione</a:t>
                      </a: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PT → EN </a:t>
                      </a:r>
                      <a:r>
                        <a:rPr lang="en-US" sz="115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</a:t>
                      </a: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</a:t>
                      </a: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Shape 0">
            <a:extLst>
              <a:ext uri="{FF2B5EF4-FFF2-40B4-BE49-F238E27FC236}">
                <a16:creationId xmlns:a16="http://schemas.microsoft.com/office/drawing/2014/main" id="{5D236051-D585-4829-52C9-B4C1FB1C6B36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B89EC0E2-B9EB-4201-9EB6-7DBD724872AF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27B376F7-1502-761D-C827-BA305CD11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Il dataset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777240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schema </a:t>
            </a:r>
            <a:r>
              <a:rPr lang="en-US" sz="3000" b="1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relazionale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777240" y="108813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è la tabella centrale. Le tre relazioni 1:N in arancione sono dove nasce il 90% degli errori.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777240" y="1650876"/>
            <a:ext cx="22860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923544" y="17423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923544" y="20166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1.000.163 righe · lat/lng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777240" y="3159636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923544" y="32510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50"/>
          </a:p>
        </p:txBody>
      </p:sp>
      <p:sp>
        <p:nvSpPr>
          <p:cNvPr id="12" name="Text 10"/>
          <p:cNvSpPr txBox="1"/>
          <p:nvPr/>
        </p:nvSpPr>
        <p:spPr>
          <a:xfrm>
            <a:off x="923544" y="352539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99.441 · customer_unique_id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città, stato, CAP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777240" y="4851276"/>
            <a:ext cx="22860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923544" y="49427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350"/>
          </a:p>
        </p:txBody>
      </p:sp>
      <p:sp>
        <p:nvSpPr>
          <p:cNvPr id="15" name="Text 13"/>
          <p:cNvSpPr txBox="1"/>
          <p:nvPr/>
        </p:nvSpPr>
        <p:spPr>
          <a:xfrm>
            <a:off x="923544" y="52170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3.095 · città, stato, CAP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3977640" y="2931036"/>
            <a:ext cx="2468880" cy="1325880"/>
          </a:xfrm>
          <a:prstGeom prst="roundRect">
            <a:avLst>
              <a:gd name="adj" fmla="val 3448"/>
            </a:avLst>
          </a:prstGeom>
          <a:solidFill>
            <a:srgbClr val="FDF0D8"/>
          </a:solidFill>
          <a:ln w="25400">
            <a:solidFill>
              <a:srgbClr val="FCA8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4123944" y="30224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50"/>
          </a:p>
        </p:txBody>
      </p:sp>
      <p:sp>
        <p:nvSpPr>
          <p:cNvPr id="18" name="Text 16"/>
          <p:cNvSpPr txBox="1"/>
          <p:nvPr/>
        </p:nvSpPr>
        <p:spPr>
          <a:xfrm>
            <a:off x="4123944" y="329679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99.441 · order_status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/ approved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/ estimated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7406640" y="1605156"/>
            <a:ext cx="28346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7552944" y="16965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</a:t>
            </a:r>
            <a:endParaRPr lang="en-US" sz="1350"/>
          </a:p>
        </p:txBody>
      </p:sp>
      <p:sp>
        <p:nvSpPr>
          <p:cNvPr id="21" name="Text 19"/>
          <p:cNvSpPr txBox="1"/>
          <p:nvPr/>
        </p:nvSpPr>
        <p:spPr>
          <a:xfrm>
            <a:off x="7552944" y="19709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103.886 · tipo, rate, valore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7406640" y="2565276"/>
            <a:ext cx="28346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 txBox="1"/>
          <p:nvPr/>
        </p:nvSpPr>
        <p:spPr>
          <a:xfrm>
            <a:off x="7552944" y="26567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order_reviews</a:t>
            </a:r>
            <a:endParaRPr lang="en-US" sz="1350"/>
          </a:p>
        </p:txBody>
      </p:sp>
      <p:sp>
        <p:nvSpPr>
          <p:cNvPr id="24" name="Text 22"/>
          <p:cNvSpPr txBox="1"/>
          <p:nvPr/>
        </p:nvSpPr>
        <p:spPr>
          <a:xfrm>
            <a:off x="7552944" y="29310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99.224 · score 1–5, testo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406640" y="3525396"/>
            <a:ext cx="28346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 txBox="1"/>
          <p:nvPr/>
        </p:nvSpPr>
        <p:spPr>
          <a:xfrm>
            <a:off x="7552944" y="36168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350"/>
          </a:p>
        </p:txBody>
      </p:sp>
      <p:sp>
        <p:nvSpPr>
          <p:cNvPr id="27" name="Text 25"/>
          <p:cNvSpPr txBox="1"/>
          <p:nvPr/>
        </p:nvSpPr>
        <p:spPr>
          <a:xfrm>
            <a:off x="7552944" y="38911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112.650 · prezzo, freight_value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shipping_limit_date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7406640" y="4759836"/>
            <a:ext cx="28346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 txBox="1"/>
          <p:nvPr/>
        </p:nvSpPr>
        <p:spPr>
          <a:xfrm>
            <a:off x="7552944" y="48512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50"/>
          </a:p>
        </p:txBody>
      </p:sp>
      <p:sp>
        <p:nvSpPr>
          <p:cNvPr id="30" name="Text 28"/>
          <p:cNvSpPr txBox="1"/>
          <p:nvPr/>
        </p:nvSpPr>
        <p:spPr>
          <a:xfrm>
            <a:off x="7552944" y="51255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32.951 · categoria, peso, foto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1920240" y="2336676"/>
            <a:ext cx="0" cy="822960"/>
          </a:xfrm>
          <a:prstGeom prst="line">
            <a:avLst/>
          </a:prstGeom>
          <a:noFill/>
          <a:ln w="1524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3063240" y="3598548"/>
            <a:ext cx="914400" cy="0"/>
          </a:xfrm>
          <a:prstGeom prst="line">
            <a:avLst/>
          </a:prstGeom>
          <a:noFill/>
          <a:ln w="1524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 txBox="1"/>
          <p:nvPr/>
        </p:nvSpPr>
        <p:spPr>
          <a:xfrm>
            <a:off x="3108960" y="32693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6446520" y="3159636"/>
            <a:ext cx="960120" cy="0"/>
          </a:xfrm>
          <a:prstGeom prst="line">
            <a:avLst/>
          </a:prstGeom>
          <a:noFill/>
          <a:ln w="25400">
            <a:solidFill>
              <a:srgbClr val="FCA8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6446520" y="3891156"/>
            <a:ext cx="960120" cy="91440"/>
          </a:xfrm>
          <a:prstGeom prst="line">
            <a:avLst/>
          </a:prstGeom>
          <a:noFill/>
          <a:ln w="25400">
            <a:solidFill>
              <a:srgbClr val="FCA8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 txBox="1"/>
          <p:nvPr/>
        </p:nvSpPr>
        <p:spPr>
          <a:xfrm>
            <a:off x="3977640" y="43483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·  relazioni 1:N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8778240" y="4394076"/>
            <a:ext cx="0" cy="365760"/>
          </a:xfrm>
          <a:prstGeom prst="line">
            <a:avLst/>
          </a:prstGeom>
          <a:noFill/>
          <a:ln w="1524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3063240" y="5079876"/>
            <a:ext cx="4343400" cy="0"/>
          </a:xfrm>
          <a:prstGeom prst="line">
            <a:avLst/>
          </a:prstGeom>
          <a:noFill/>
          <a:ln w="1524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 txBox="1"/>
          <p:nvPr/>
        </p:nvSpPr>
        <p:spPr>
          <a:xfrm>
            <a:off x="4754880" y="47141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</a:t>
            </a:r>
            <a:endParaRPr lang="en-US" sz="100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E450DF8F-BD12-4F7B-A95B-D610B528D6BE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2728D7E6-DED5-F6A7-772E-49B20D1C6178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44" name="Immagine 43">
            <a:extLst>
              <a:ext uri="{FF2B5EF4-FFF2-40B4-BE49-F238E27FC236}">
                <a16:creationId xmlns:a16="http://schemas.microsoft.com/office/drawing/2014/main" id="{C6CD86EF-0B06-33C3-8807-C6E2CCB49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Le quattro use case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777240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gruppo, una domanda di business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777240" y="108813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Partendo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uno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possiamo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rispondere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case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abbiamo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presentarvi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524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78408" y="1993392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978408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1</a:t>
            </a:r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978408" y="24871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Ritardo di consegna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978408" y="33467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binaria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978408" y="3840480"/>
            <a:ext cx="21945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978408" y="3931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arriverà dopo la data promessa al cliente?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3566160" y="178308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1524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767328" y="1993392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3767328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3767328" y="24871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recensione</a:t>
            </a:r>
            <a:endParaRPr lang="en-US" sz="2000"/>
          </a:p>
        </p:txBody>
      </p:sp>
      <p:sp>
        <p:nvSpPr>
          <p:cNvPr id="18" name="Text 16"/>
          <p:cNvSpPr txBox="1"/>
          <p:nvPr/>
        </p:nvSpPr>
        <p:spPr>
          <a:xfrm>
            <a:off x="3767328" y="33467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</a:t>
            </a: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</a:t>
            </a: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NPL 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67328" y="3840480"/>
            <a:ext cx="21945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3767328" y="3931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ordini genereranno una recensione negativa?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6355080" y="178308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524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6556248" y="1993392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 txBox="1"/>
          <p:nvPr/>
        </p:nvSpPr>
        <p:spPr>
          <a:xfrm>
            <a:off x="6556248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3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6556248" y="24871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</a:t>
            </a: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556248" y="33467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</a:t>
            </a:r>
            <a:endParaRPr lang="en-US" sz="1250"/>
          </a:p>
        </p:txBody>
      </p:sp>
      <p:sp>
        <p:nvSpPr>
          <p:cNvPr id="26" name="Shape 24"/>
          <p:cNvSpPr/>
          <p:nvPr/>
        </p:nvSpPr>
        <p:spPr>
          <a:xfrm>
            <a:off x="6556248" y="3840480"/>
            <a:ext cx="21945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 txBox="1"/>
          <p:nvPr/>
        </p:nvSpPr>
        <p:spPr>
          <a:xfrm>
            <a:off x="6556248" y="3931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promessa di </a:t>
            </a:r>
            <a:r>
              <a:rPr lang="en-US" sz="130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tarata bene?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9144000" y="178308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524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9345168" y="1993392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 txBox="1"/>
          <p:nvPr/>
        </p:nvSpPr>
        <p:spPr>
          <a:xfrm>
            <a:off x="9345168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4</a:t>
            </a:r>
            <a:endParaRPr lang="en-US" sz="1200"/>
          </a:p>
        </p:txBody>
      </p:sp>
      <p:sp>
        <p:nvSpPr>
          <p:cNvPr id="31" name="Text 29"/>
          <p:cNvSpPr txBox="1"/>
          <p:nvPr/>
        </p:nvSpPr>
        <p:spPr>
          <a:xfrm>
            <a:off x="9345168" y="24871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venditore</a:t>
            </a:r>
            <a:endParaRPr lang="en-US" sz="2000"/>
          </a:p>
        </p:txBody>
      </p:sp>
      <p:sp>
        <p:nvSpPr>
          <p:cNvPr id="32" name="Text 30"/>
          <p:cNvSpPr txBox="1"/>
          <p:nvPr/>
        </p:nvSpPr>
        <p:spPr>
          <a:xfrm>
            <a:off x="9345168" y="33467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</a:t>
            </a: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multinomiale</a:t>
            </a: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Clustering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45168" y="3840480"/>
            <a:ext cx="21945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 txBox="1"/>
          <p:nvPr/>
        </p:nvSpPr>
        <p:spPr>
          <a:xfrm>
            <a:off x="9345168" y="3931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venditori scivoleranno in fascia bassa?</a:t>
            </a:r>
            <a:endParaRPr lang="en-US" sz="130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22FC7971-A1A6-A81A-AC4A-462AF061F7C2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D904EE1D-DCD6-5F84-DE3A-C8A7624EA786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3E87E257-D300-DEEF-97A9-A60B5D3C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Le quattro use case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777240" y="658368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777240" y="685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1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2240280" y="6035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Ritardo di consegna</a:t>
            </a:r>
            <a:endParaRPr lang="en-US" sz="2900"/>
          </a:p>
        </p:txBody>
      </p:sp>
      <p:sp>
        <p:nvSpPr>
          <p:cNvPr id="7" name="Text 5"/>
          <p:cNvSpPr txBox="1"/>
          <p:nvPr/>
        </p:nvSpPr>
        <p:spPr>
          <a:xfrm>
            <a:off x="77724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arriverà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dopo la data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777240" y="207568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 ecommerce comunica al cliente una data di consegna stimata. Quando non viene rispettata, il cliente scrive una recensione negativa e il costo ricade sul marketplace.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conta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777240" y="4087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l'unica use case immediatamente azionabile: se il rischio si stima al checkout, si può avvisare il cliente, cambiare corriere o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spostare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data di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stimata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526280" y="178308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470916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/>
          </a:p>
        </p:txBody>
      </p:sp>
      <p:sp>
        <p:nvSpPr>
          <p:cNvPr id="14" name="Text 12"/>
          <p:cNvSpPr txBox="1"/>
          <p:nvPr/>
        </p:nvSpPr>
        <p:spPr>
          <a:xfrm>
            <a:off x="4709160" y="224028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delivered_customer_date &gt; estimated_delivery_date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Positivi: circa 7–8% degli ordini consegnati (~96k righe).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822960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</a:t>
            </a:r>
            <a:r>
              <a:rPr lang="en-US" sz="12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</a:t>
            </a:r>
            <a:r>
              <a:rPr lang="en-US" sz="12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8229600" y="224028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venditore-cliente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peso e volume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freight_value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venditori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storico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puntualià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venditore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526280" y="379476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470916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200" b="1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vostre</a:t>
            </a:r>
            <a:r>
              <a:rPr lang="en-US" sz="12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>
          <a:xfrm>
            <a:off x="4709160" y="425196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famiglia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come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8046720" y="379476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822960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vi </a:t>
            </a:r>
            <a:r>
              <a:rPr lang="en-US" sz="1200" b="1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misurate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8229600" y="425196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un target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così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sbilanciato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l’accuracy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Vincolo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solo feature note al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checkout.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informazione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effettiva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F46F0269-5730-F5CC-7F42-8F5CDC059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Le quattro use case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777240" y="658368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777240" y="685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2240280" y="6035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</a:t>
            </a: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recensione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Quali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ordini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genereranno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recensione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777240" y="207568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58% delle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5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 quelle negative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concentrate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prevedere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media.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conta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777239" y="4087368"/>
            <a:ext cx="336804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Stima la probabilità di recensione negativa (1 o 2 stelle) in base allo scostamento tra consegna effettiva e data promessa, isolando il contributo di categoria, costo di spedizione e ordini multi-venditore.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26280" y="178308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470916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/>
          </a:p>
        </p:txBody>
      </p:sp>
      <p:sp>
        <p:nvSpPr>
          <p:cNvPr id="14" name="Text 12"/>
          <p:cNvSpPr txBox="1"/>
          <p:nvPr/>
        </p:nvSpPr>
        <p:spPr>
          <a:xfrm>
            <a:off x="4709160" y="224028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 ∈ {1..5}.</a:t>
            </a:r>
            <a:endParaRPr lang="en-US" sz="1200"/>
          </a:p>
          <a:p>
            <a:pPr marL="0" indent="0">
              <a:buNone/>
            </a:pP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Esiste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negativa (≤ 2) sì/no: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valutate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quale delle due serve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davvero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business 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motivatela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822960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</a:t>
            </a:r>
            <a:r>
              <a:rPr lang="en-US" sz="12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</a:t>
            </a:r>
            <a:r>
              <a:rPr lang="en-US" sz="12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8229600" y="224028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Scarto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effettivi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tempo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incidenza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spedizione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Prezzo,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rate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526280" y="379476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470916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200" b="1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vostre</a:t>
            </a:r>
            <a:r>
              <a:rPr lang="en-US" sz="12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>
          <a:xfrm>
            <a:off x="4709160" y="425196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famiglia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onesta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79476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822960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vi </a:t>
            </a:r>
            <a:r>
              <a:rPr lang="en-US" sz="1200" b="1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misurate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8229600" y="425196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cinque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ordinate non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qualsiasi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Argomentate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Estensione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facoltativa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NLP sui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(solo il 40% delle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 testo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scritto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50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B24E7E0A-8AE7-7224-3176-2786F5F4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Le quattro use case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777240" y="658368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777240" y="685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3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2240280" y="6035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</a:t>
            </a: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tarata bene?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777240" y="207568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data stimata mostrata al cliente è molto conservativa: gli ordini arrivano spesso giorni prima. Una data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sbagliata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costare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termini di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conta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777240" y="4087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esiste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aziendale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ufficiale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-commerce. Se il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meglio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vendibile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78308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470916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/>
          </a:p>
        </p:txBody>
      </p:sp>
      <p:sp>
        <p:nvSpPr>
          <p:cNvPr id="14" name="Text 12"/>
          <p:cNvSpPr txBox="1"/>
          <p:nvPr/>
        </p:nvSpPr>
        <p:spPr>
          <a:xfrm>
            <a:off x="4709160" y="224028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 tra acquisto e consegna. 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822960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</a:t>
            </a:r>
            <a:r>
              <a:rPr lang="en-US" sz="12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</a:t>
            </a:r>
            <a:r>
              <a:rPr lang="en-US" sz="12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8229600" y="224028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Distanza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peso e volume, tempo di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approvazione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venditore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79476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470916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200" b="1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vostre</a:t>
            </a:r>
            <a:r>
              <a:rPr lang="en-US" sz="12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>
          <a:xfrm>
            <a:off x="4709160" y="425196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famiglia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baseline qui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data: la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ufficiale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dell’ecommerce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79476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822960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vi </a:t>
            </a:r>
            <a:r>
              <a:rPr lang="en-US" sz="1200" b="1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misurate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8229600" y="425196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un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confrontabile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ufficiale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Scegliete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quale e </a:t>
            </a:r>
            <a:r>
              <a:rPr lang="en-US" sz="1200" dirty="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motivatelo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da portare in plenaria: di quanti giorni si può accorciare la promessa senza superare il 5% di ritardi?</a:t>
            </a:r>
            <a:endParaRPr lang="en-US" sz="135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7CCEAE8E-85F6-2902-DC44-85E4C715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Le quattro use case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777240" y="658368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777240" y="685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4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2240280" y="6035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del venditore</a:t>
            </a:r>
            <a:endParaRPr lang="en-US" sz="2900"/>
          </a:p>
        </p:txBody>
      </p:sp>
      <p:sp>
        <p:nvSpPr>
          <p:cNvPr id="7" name="Text 5"/>
          <p:cNvSpPr txBox="1"/>
          <p:nvPr/>
        </p:nvSpPr>
        <p:spPr>
          <a:xfrm>
            <a:off x="77724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venditori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scivoleranno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fascia </a:t>
            </a:r>
            <a:r>
              <a:rPr lang="en-US" sz="1500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777240" y="207568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3.095 venditori, pochi generano gran parte dei problemi di consegna e delle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negative. 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conta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777240" y="4087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peggiori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rivenditori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permette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marketplace di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migliorare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offerto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la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fidelizzazione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</a:t>
            </a:r>
            <a:r>
              <a:rPr lang="en-US" sz="13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526280" y="178308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470916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/>
          </a:p>
        </p:txBody>
      </p:sp>
      <p:sp>
        <p:nvSpPr>
          <p:cNvPr id="14" name="Text 12"/>
          <p:cNvSpPr txBox="1"/>
          <p:nvPr/>
        </p:nvSpPr>
        <p:spPr>
          <a:xfrm>
            <a:off x="4709160" y="224028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di qualità (alta / media / bassa) costruita su recensione media 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puntualità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Dove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mettere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vostra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dichiaratela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motivatela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822960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</a:t>
            </a:r>
            <a:r>
              <a:rPr lang="en-US" sz="12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</a:t>
            </a:r>
            <a:r>
              <a:rPr lang="en-US" sz="12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8229600" y="224028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ordini, mix di categorie, prezzo medio, dispersione geografica dei clienti, ritardo medio storico, incidenza della spedizione sul prezzo.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526280" y="379476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470916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200" b="1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vostre</a:t>
            </a:r>
            <a:r>
              <a:rPr lang="en-US" sz="12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>
          <a:xfrm>
            <a:off x="4709160" y="425196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famiglia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onesta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8046720" y="3794760"/>
            <a:ext cx="3291840" cy="182880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822960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vi </a:t>
            </a:r>
            <a:r>
              <a:rPr lang="en-US" sz="1200" b="1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misurate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8229600" y="4251960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bilanciate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quale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davvero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il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</a:t>
            </a:r>
            <a:r>
              <a:rPr lang="en-US" sz="120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Attenzione: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vanno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target.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Altrimenti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35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 leakage.</a:t>
            </a:r>
            <a:endParaRPr lang="en-US" sz="1350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E8CF94CB-D9F0-4A24-5FEB-289DAE177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Come lavoreremo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777240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stack </a:t>
            </a:r>
            <a:r>
              <a:rPr lang="en-US" sz="3000" b="1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3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useremo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777240" y="108813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stack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ampiamente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utilizzato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professionale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899168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051560" y="2210064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1051560" y="22649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2056579" y="2155200"/>
            <a:ext cx="6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/>
          </a:p>
        </p:txBody>
      </p:sp>
      <p:sp>
        <p:nvSpPr>
          <p:cNvPr id="11" name="Text 9"/>
          <p:cNvSpPr txBox="1"/>
          <p:nvPr/>
        </p:nvSpPr>
        <p:spPr>
          <a:xfrm>
            <a:off x="4846320" y="213691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virtuale, estensione Python e Jupyter. Lavoriamo su script e notebook, non su piattaforme chiuse.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777240" y="3033024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1051560" y="3343920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1051560" y="339878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1645920" y="3325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scikit-learn · XGBoost</a:t>
            </a:r>
            <a:endParaRPr lang="en-US" sz="1700"/>
          </a:p>
        </p:txBody>
      </p:sp>
      <p:sp>
        <p:nvSpPr>
          <p:cNvPr id="16" name="Text 14"/>
          <p:cNvSpPr txBox="1"/>
          <p:nvPr/>
        </p:nvSpPr>
        <p:spPr>
          <a:xfrm>
            <a:off x="4846320" y="327076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Manipolazione</a:t>
            </a: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baseline e </a:t>
            </a:r>
            <a:r>
              <a:rPr lang="en-US" sz="135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 </a:t>
            </a:r>
            <a:r>
              <a:rPr lang="en-US" sz="135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albero</a:t>
            </a: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5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il </a:t>
            </a:r>
            <a:r>
              <a:rPr lang="en-US" sz="135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</a:t>
            </a: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Gruppo 2.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4166880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1051560" y="4477776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1051560" y="453264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2014537" y="4441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700"/>
          </a:p>
        </p:txBody>
      </p:sp>
      <p:sp>
        <p:nvSpPr>
          <p:cNvPr id="21" name="Text 19"/>
          <p:cNvSpPr txBox="1"/>
          <p:nvPr/>
        </p:nvSpPr>
        <p:spPr>
          <a:xfrm>
            <a:off x="4846320" y="440462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 Python puro: nessun front-end da scrivere. Un file, un comando, una pagina condivisibile.</a:t>
            </a:r>
            <a:endParaRPr lang="en-US" sz="135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1C303158-06B8-0197-9AB6-4C2C8BD7BE85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C166DD65-DE29-A8DB-0289-3B33ED24BF47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817D5566-D912-611A-381A-6406D1E4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  <p:pic>
        <p:nvPicPr>
          <p:cNvPr id="31" name="Immagine 30" descr="File:Python-logo-notext.svg - Wikimedia Commons">
            <a:extLst>
              <a:ext uri="{FF2B5EF4-FFF2-40B4-BE49-F238E27FC236}">
                <a16:creationId xmlns:a16="http://schemas.microsoft.com/office/drawing/2014/main" id="{7913F2C5-B4E5-577E-D659-FD87B672F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240467"/>
            <a:ext cx="316897" cy="316897"/>
          </a:xfrm>
          <a:prstGeom prst="rect">
            <a:avLst/>
          </a:prstGeom>
        </p:spPr>
      </p:pic>
      <p:sp>
        <p:nvSpPr>
          <p:cNvPr id="32" name="Text 8">
            <a:extLst>
              <a:ext uri="{FF2B5EF4-FFF2-40B4-BE49-F238E27FC236}">
                <a16:creationId xmlns:a16="http://schemas.microsoft.com/office/drawing/2014/main" id="{52722CB5-840D-2CF9-0475-AB8D4AB0F964}"/>
              </a:ext>
            </a:extLst>
          </p:cNvPr>
          <p:cNvSpPr txBox="1"/>
          <p:nvPr/>
        </p:nvSpPr>
        <p:spPr>
          <a:xfrm>
            <a:off x="3340408" y="2164536"/>
            <a:ext cx="824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700"/>
          </a:p>
        </p:txBody>
      </p:sp>
      <p:pic>
        <p:nvPicPr>
          <p:cNvPr id="33" name="Immagine 32" descr="File:Visual Studio Code 1.35 icon.svg - Wikipedia">
            <a:extLst>
              <a:ext uri="{FF2B5EF4-FFF2-40B4-BE49-F238E27FC236}">
                <a16:creationId xmlns:a16="http://schemas.microsoft.com/office/drawing/2014/main" id="{CF91E203-7DB5-0550-144D-09A748C81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368" y="2228352"/>
            <a:ext cx="316800" cy="316800"/>
          </a:xfrm>
          <a:prstGeom prst="rect">
            <a:avLst/>
          </a:prstGeom>
        </p:spPr>
      </p:pic>
      <p:pic>
        <p:nvPicPr>
          <p:cNvPr id="36" name="Immagine 35" descr="Streamlit Logo PNG Vectors Free Download">
            <a:extLst>
              <a:ext uri="{FF2B5EF4-FFF2-40B4-BE49-F238E27FC236}">
                <a16:creationId xmlns:a16="http://schemas.microsoft.com/office/drawing/2014/main" id="{54824C37-2405-263A-6998-3A8695911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837" y="4499280"/>
            <a:ext cx="342000" cy="34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Deliverable e valutazione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777240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</a:t>
            </a:r>
            <a:r>
              <a:rPr lang="en-US" sz="3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ogni </a:t>
            </a:r>
            <a:r>
              <a:rPr lang="en-US" sz="3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8813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</a:t>
            </a:r>
            <a:r>
              <a:rPr lang="en-US" sz="15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artefatti</a:t>
            </a: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tutti alle 16:00. 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84120" y="1777365"/>
            <a:ext cx="3401568" cy="356616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25400" dir="5400000" algn="bl" rotWithShape="0">
              <a:srgbClr val="BBBBBB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758440" y="2051685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2758440" y="2124837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2758440" y="2646045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Python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2758440" y="3103245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o notebook eseguibile end-to-end, dal caricamento dei CSV al modello salvato.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2758440" y="4035933"/>
            <a:ext cx="2834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2758440" y="4154805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riproducibile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temporale esplicito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con le scelte fatte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096000" y="1777365"/>
            <a:ext cx="3401568" cy="356616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27000" dist="25400" dir="5400000" algn="bl" rotWithShape="0">
              <a:srgbClr val="BBBBBB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370320" y="2051685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6370320" y="2124837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7" name="Text 15"/>
          <p:cNvSpPr txBox="1"/>
          <p:nvPr/>
        </p:nvSpPr>
        <p:spPr>
          <a:xfrm>
            <a:off x="6370320" y="2646045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2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Data Visualization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70320" y="3103245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r>
              <a:rPr lang="en-US" sz="13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chi non ha visto il </a:t>
            </a:r>
            <a:r>
              <a:rPr lang="en-US" sz="13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driver, </a:t>
            </a:r>
            <a:r>
              <a:rPr lang="en-US" sz="13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70320" y="4035933"/>
            <a:ext cx="2834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6370320" y="4154805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5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5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25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552C299D-9A1C-4731-B49B-6FB0B58DF978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07A859AA-9DD6-3D33-4F51-74B964636F2E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F37C2235-7B89-83F1-71B2-8A556C1EF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Come lavoreremo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77724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0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giornata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645920" y="2240280"/>
            <a:ext cx="0" cy="5029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7315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500"/>
          </a:p>
        </p:txBody>
      </p:sp>
      <p:sp>
        <p:nvSpPr>
          <p:cNvPr id="10" name="Text 8"/>
          <p:cNvSpPr txBox="1"/>
          <p:nvPr/>
        </p:nvSpPr>
        <p:spPr>
          <a:xfrm>
            <a:off x="731520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dataset e degli use case.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setup.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2100"/>
          </a:p>
        </p:txBody>
      </p:sp>
      <p:sp>
        <p:nvSpPr>
          <p:cNvPr id="12" name="Shape 10"/>
          <p:cNvSpPr/>
          <p:nvPr/>
        </p:nvSpPr>
        <p:spPr>
          <a:xfrm>
            <a:off x="2606040" y="196596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474720" y="2240280"/>
            <a:ext cx="0" cy="5029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25603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/>
          </a:p>
        </p:txBody>
      </p:sp>
      <p:sp>
        <p:nvSpPr>
          <p:cNvPr id="15" name="Text 13"/>
          <p:cNvSpPr txBox="1"/>
          <p:nvPr/>
        </p:nvSpPr>
        <p:spPr>
          <a:xfrm>
            <a:off x="2560320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Esplorazione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costruzione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prime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4434840" y="196596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303520" y="2240280"/>
            <a:ext cx="0" cy="5029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43891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500"/>
          </a:p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/>
          </a:p>
        </p:txBody>
      </p:sp>
      <p:sp>
        <p:nvSpPr>
          <p:cNvPr id="20" name="Text 18"/>
          <p:cNvSpPr txBox="1"/>
          <p:nvPr/>
        </p:nvSpPr>
        <p:spPr>
          <a:xfrm>
            <a:off x="4389120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scarti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Split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definito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263640" y="196596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7132320" y="2240280"/>
            <a:ext cx="0" cy="5029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 txBox="1"/>
          <p:nvPr/>
        </p:nvSpPr>
        <p:spPr>
          <a:xfrm>
            <a:off x="62179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 </a:t>
            </a:r>
            <a:r>
              <a:rPr lang="en-US" sz="1500" b="1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</a:t>
            </a: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endParaRPr lang="en-US" sz="1500"/>
          </a:p>
        </p:txBody>
      </p:sp>
      <p:sp>
        <p:nvSpPr>
          <p:cNvPr id="25" name="Text 23"/>
          <p:cNvSpPr txBox="1"/>
          <p:nvPr/>
        </p:nvSpPr>
        <p:spPr>
          <a:xfrm>
            <a:off x="6217920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decision trees, boosting. Tuning,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interpretazione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8092440" y="196596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8961120" y="2240280"/>
            <a:ext cx="0" cy="5029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 txBox="1"/>
          <p:nvPr/>
        </p:nvSpPr>
        <p:spPr>
          <a:xfrm>
            <a:off x="80467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/>
          </a:p>
        </p:txBody>
      </p:sp>
      <p:sp>
        <p:nvSpPr>
          <p:cNvPr id="30" name="Text 28"/>
          <p:cNvSpPr txBox="1"/>
          <p:nvPr/>
        </p:nvSpPr>
        <p:spPr>
          <a:xfrm>
            <a:off x="8046720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20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20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mostrare</a:t>
            </a: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risultati del </a:t>
            </a:r>
            <a:r>
              <a:rPr lang="en-US" sz="120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/>
          </a:p>
        </p:txBody>
      </p:sp>
      <p:sp>
        <p:nvSpPr>
          <p:cNvPr id="31" name="Text 29"/>
          <p:cNvSpPr txBox="1"/>
          <p:nvPr/>
        </p:nvSpPr>
        <p:spPr>
          <a:xfrm>
            <a:off x="99212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921240" y="196596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FCA80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10789920" y="2240280"/>
            <a:ext cx="0" cy="50292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 txBox="1"/>
          <p:nvPr/>
        </p:nvSpPr>
        <p:spPr>
          <a:xfrm>
            <a:off x="98755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Presentazioni</a:t>
            </a:r>
            <a:endParaRPr lang="en-US" sz="1500"/>
          </a:p>
        </p:txBody>
      </p:sp>
      <p:sp>
        <p:nvSpPr>
          <p:cNvPr id="35" name="Text 33"/>
          <p:cNvSpPr txBox="1"/>
          <p:nvPr/>
        </p:nvSpPr>
        <p:spPr>
          <a:xfrm>
            <a:off x="9875520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dagli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da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pranzo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12:30–13:30. Coffee break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flessibili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40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0914D1AB-6F03-6607-5106-122D98DA3D28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A2A48F4F-3BA6-F26C-166A-69513A63CABF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31E95FE4-0BD1-371D-BC39-3514CD75C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4" name="Text 2"/>
          <p:cNvSpPr txBox="1"/>
          <p:nvPr/>
        </p:nvSpPr>
        <p:spPr>
          <a:xfrm>
            <a:off x="3200400" y="201168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Q&amp;A</a:t>
            </a:r>
            <a:endParaRPr lang="en-US" sz="1200"/>
          </a:p>
        </p:txBody>
      </p:sp>
      <p:sp>
        <p:nvSpPr>
          <p:cNvPr id="5" name="Text 3"/>
          <p:cNvSpPr txBox="1"/>
          <p:nvPr/>
        </p:nvSpPr>
        <p:spPr>
          <a:xfrm>
            <a:off x="3200400" y="2331720"/>
            <a:ext cx="5790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3657600"/>
            <a:ext cx="5790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Grazie!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429768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 · AI Happens Everywhere.</a:t>
            </a:r>
            <a:endParaRPr lang="en-US" sz="140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120C0F04-85FA-5D83-E33B-5C4DF6019BED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BF1222E-C064-A5B2-0D6E-A294E60285C7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87AF0B5-6EB1-3E04-CBDA-963D69CAD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B6237-9F00-9F10-D1D7-62714260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6494422F-A703-E756-C2B2-7C3D4252384A}"/>
              </a:ext>
            </a:extLst>
          </p:cNvPr>
          <p:cNvSpPr/>
          <p:nvPr/>
        </p:nvSpPr>
        <p:spPr>
          <a:xfrm>
            <a:off x="2466110" y="5482948"/>
            <a:ext cx="7723574" cy="539494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F1C2A0-FD7B-C680-27C1-6BAA32284F67}"/>
              </a:ext>
            </a:extLst>
          </p:cNvPr>
          <p:cNvSpPr txBox="1"/>
          <p:nvPr/>
        </p:nvSpPr>
        <p:spPr>
          <a:xfrm>
            <a:off x="10332720" y="6455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B94D8574-007A-CF87-D067-CA9565ECD62F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065F932-25D0-826E-7065-3C25929EBFC6}"/>
              </a:ext>
            </a:extLst>
          </p:cNvPr>
          <p:cNvSpPr txBox="1"/>
          <p:nvPr/>
        </p:nvSpPr>
        <p:spPr>
          <a:xfrm>
            <a:off x="10332720" y="641039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endParaRPr lang="en-US" sz="130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8FA7E72-D00F-28AD-D3B4-F003ED6A1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" y="6343650"/>
            <a:ext cx="514350" cy="51435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9FCD9431-FB12-21B6-001D-E2DBB324F07E}"/>
              </a:ext>
            </a:extLst>
          </p:cNvPr>
          <p:cNvSpPr txBox="1"/>
          <p:nvPr/>
        </p:nvSpPr>
        <p:spPr>
          <a:xfrm>
            <a:off x="2761736" y="5565242"/>
            <a:ext cx="7132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https://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drive.google.com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/drive/folders/1GR9Ts_p_ISQwYceeMBZ-g_smKIeb1VN5?usp=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drive_link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Immagine 4" descr="qrcode (2).png">
            <a:extLst>
              <a:ext uri="{FF2B5EF4-FFF2-40B4-BE49-F238E27FC236}">
                <a16:creationId xmlns:a16="http://schemas.microsoft.com/office/drawing/2014/main" id="{C48F0B6D-5E6A-18B6-297D-DFF53ECEB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953" y="1633982"/>
            <a:ext cx="2903900" cy="29039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1CC666A0-D449-0327-CB97-EB00A557246B}"/>
              </a:ext>
            </a:extLst>
          </p:cNvPr>
          <p:cNvSpPr txBox="1"/>
          <p:nvPr/>
        </p:nvSpPr>
        <p:spPr>
          <a:xfrm>
            <a:off x="863269" y="173145"/>
            <a:ext cx="1092925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</a:t>
            </a:r>
            <a:r>
              <a:rPr lang="en-US" sz="4000" b="1" dirty="0" err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scaricare</a:t>
            </a:r>
            <a:r>
              <a:rPr lang="en-US" sz="4000" b="1" dirty="0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4000" b="1" dirty="0" err="1">
                <a:solidFill>
                  <a:srgbClr val="FCA8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</a:t>
            </a:r>
            <a:endParaRPr lang="en-US" sz="4000" dirty="0">
              <a:solidFill>
                <a:srgbClr val="FCA807"/>
              </a:solidFill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ECBAAEE-5140-0DEC-F9C3-3EF43F3CC12F}"/>
              </a:ext>
            </a:extLst>
          </p:cNvPr>
          <p:cNvSpPr txBox="1"/>
          <p:nvPr/>
        </p:nvSpPr>
        <p:spPr>
          <a:xfrm>
            <a:off x="3132521" y="1211390"/>
            <a:ext cx="639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</a:t>
            </a:r>
            <a:r>
              <a:rPr lang="en-US" sz="1400" i="1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archive.zip</a:t>
            </a: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), s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 di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workshop,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i="1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devnut</a:t>
            </a: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-workshop-</a:t>
            </a:r>
            <a:r>
              <a:rPr lang="en-US" sz="1400" i="1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MasterMIA.zip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BA767D64-A46D-1273-9DEE-1E9AA6AD2158}"/>
              </a:ext>
            </a:extLst>
          </p:cNvPr>
          <p:cNvGrpSpPr/>
          <p:nvPr/>
        </p:nvGrpSpPr>
        <p:grpSpPr>
          <a:xfrm>
            <a:off x="5398923" y="4442776"/>
            <a:ext cx="1857948" cy="450068"/>
            <a:chOff x="7724193" y="2516887"/>
            <a:chExt cx="2091811" cy="513575"/>
          </a:xfrm>
        </p:grpSpPr>
        <p:sp>
          <p:nvSpPr>
            <p:cNvPr id="18" name="Rettangolo con angoli arrotondati 17">
              <a:extLst>
                <a:ext uri="{FF2B5EF4-FFF2-40B4-BE49-F238E27FC236}">
                  <a16:creationId xmlns:a16="http://schemas.microsoft.com/office/drawing/2014/main" id="{01ECB3A0-A384-8639-049E-D3334BB91C67}"/>
                </a:ext>
              </a:extLst>
            </p:cNvPr>
            <p:cNvSpPr/>
            <p:nvPr/>
          </p:nvSpPr>
          <p:spPr>
            <a:xfrm>
              <a:off x="7724193" y="2516887"/>
              <a:ext cx="2091811" cy="513575"/>
            </a:xfrm>
            <a:prstGeom prst="roundRect">
              <a:avLst>
                <a:gd name="adj" fmla="val 50000"/>
              </a:avLst>
            </a:prstGeom>
            <a:solidFill>
              <a:srgbClr val="FCA80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FCA807"/>
                </a:solidFill>
              </a:endParaRPr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358588FF-1442-BDF8-F8FE-B38267871E27}"/>
                </a:ext>
              </a:extLst>
            </p:cNvPr>
            <p:cNvSpPr txBox="1"/>
            <p:nvPr/>
          </p:nvSpPr>
          <p:spPr>
            <a:xfrm>
              <a:off x="8093073" y="2590239"/>
              <a:ext cx="1722931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1E1E1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Inquadra</a:t>
              </a:r>
              <a:r>
                <a:rPr lang="en-US" sz="1200" dirty="0">
                  <a:solidFill>
                    <a:srgbClr val="1E1E1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il QR code</a:t>
              </a:r>
              <a:endParaRPr lang="en-US" sz="1200" dirty="0">
                <a:solidFill>
                  <a:srgbClr val="1E1E1E"/>
                </a:solidFill>
              </a:endParaRPr>
            </a:p>
          </p:txBody>
        </p:sp>
        <p:pic>
          <p:nvPicPr>
            <p:cNvPr id="21" name="Elemento grafico 20" descr="Smartphone con riempimento a tinta unita">
              <a:extLst>
                <a:ext uri="{FF2B5EF4-FFF2-40B4-BE49-F238E27FC236}">
                  <a16:creationId xmlns:a16="http://schemas.microsoft.com/office/drawing/2014/main" id="{C225A23F-F320-00E1-F11A-D5B13ABB15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80344" y="2631450"/>
              <a:ext cx="333016" cy="307724"/>
            </a:xfrm>
            <a:prstGeom prst="rect">
              <a:avLst/>
            </a:prstGeom>
          </p:spPr>
        </p:pic>
      </p:grpSp>
      <p:sp>
        <p:nvSpPr>
          <p:cNvPr id="23" name="Text 5">
            <a:extLst>
              <a:ext uri="{FF2B5EF4-FFF2-40B4-BE49-F238E27FC236}">
                <a16:creationId xmlns:a16="http://schemas.microsoft.com/office/drawing/2014/main" id="{F1D27A9C-8F73-A8DE-FE7E-98BEFAC60C1C}"/>
              </a:ext>
            </a:extLst>
          </p:cNvPr>
          <p:cNvSpPr txBox="1"/>
          <p:nvPr/>
        </p:nvSpPr>
        <p:spPr>
          <a:xfrm>
            <a:off x="5667208" y="5139014"/>
            <a:ext cx="1321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cs typeface="Calibri" pitchFamily="34" charset="-120"/>
              </a:rPr>
              <a:t>Oppure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cs typeface="Calibri" pitchFamily="34" charset="-120"/>
              </a:rPr>
              <a:t> il link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63045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3B92DEB3C0DE4BA63B93570F3C9EC5" ma:contentTypeVersion="17" ma:contentTypeDescription="Creare un nuovo documento." ma:contentTypeScope="" ma:versionID="f36b7f7339e15a876797e03553765f22">
  <xsd:schema xmlns:xsd="http://www.w3.org/2001/XMLSchema" xmlns:xs="http://www.w3.org/2001/XMLSchema" xmlns:p="http://schemas.microsoft.com/office/2006/metadata/properties" xmlns:ns2="d12e2520-4944-4575-a7a4-e7716db28dd2" xmlns:ns3="87b8e63d-8d8e-47a4-af33-d65de69e55ee" targetNamespace="http://schemas.microsoft.com/office/2006/metadata/properties" ma:root="true" ma:fieldsID="efa55b83b6013b3e272f544bc247568b" ns2:_="" ns3:_="">
    <xsd:import namespace="d12e2520-4944-4575-a7a4-e7716db28dd2"/>
    <xsd:import namespace="87b8e63d-8d8e-47a4-af33-d65de69e55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  <xsd:element ref="ns2:Sta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e2520-4944-4575-a7a4-e7716db28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47b7e9c-ea46-40fb-9195-26d97c5725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Stato" ma:index="24" nillable="true" ma:displayName="Stato" ma:format="Dropdown" ma:internalName="Sta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b8e63d-8d8e-47a4-af33-d65de69e55e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476f5d0-98e0-4adf-95fa-8e1268cd7bf2}" ma:internalName="TaxCatchAll" ma:showField="CatchAllData" ma:web="87b8e63d-8d8e-47a4-af33-d65de69e55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2e2520-4944-4575-a7a4-e7716db28dd2">
      <Terms xmlns="http://schemas.microsoft.com/office/infopath/2007/PartnerControls"/>
    </lcf76f155ced4ddcb4097134ff3c332f>
    <TaxCatchAll xmlns="87b8e63d-8d8e-47a4-af33-d65de69e55ee" xsi:nil="true"/>
    <Stato xmlns="d12e2520-4944-4575-a7a4-e7716db28dd2" xsi:nil="true"/>
  </documentManagement>
</p:properties>
</file>

<file path=customXml/itemProps1.xml><?xml version="1.0" encoding="utf-8"?>
<ds:datastoreItem xmlns:ds="http://schemas.openxmlformats.org/officeDocument/2006/customXml" ds:itemID="{213DCD91-1E14-4F46-8BF4-467F845548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96B66D-46D2-418D-A776-C8385B9E99D8}">
  <ds:schemaRefs>
    <ds:schemaRef ds:uri="87b8e63d-8d8e-47a4-af33-d65de69e55ee"/>
    <ds:schemaRef ds:uri="d12e2520-4944-4575-a7a4-e7716db28d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43206D-F33B-4DA5-ADBE-09C00EB58DE6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87b8e63d-8d8e-47a4-af33-d65de69e55ee"/>
    <ds:schemaRef ds:uri="http://purl.org/dc/elements/1.1/"/>
    <ds:schemaRef ds:uri="d12e2520-4944-4575-a7a4-e7716db28dd2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1942</Words>
  <Application>Microsoft Macintosh PowerPoint</Application>
  <PresentationFormat>Widescreen</PresentationFormat>
  <Paragraphs>323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Devnut x Master MIA — Workshop Applied Machine Learning</dc:title>
  <dc:subject>PptxGenJS Presentation</dc:subject>
  <dc:creator>Devnut</dc:creator>
  <cp:lastModifiedBy>Alessandro Ariazzi</cp:lastModifiedBy>
  <cp:revision>2</cp:revision>
  <dcterms:created xsi:type="dcterms:W3CDTF">2026-09-01T08:25:47Z</dcterms:created>
  <dcterms:modified xsi:type="dcterms:W3CDTF">2026-09-10T20:50:57Z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0x010100CF3B92DEB3C0DE4BA63B93570F3C9EC5</vt:lpwstr>
  </property>
  <property fmtid="{D5CDD505-2E9C-101B-9397-08002B2CF9AE}" pid="3" name="MediaServiceImageTags">
    <vt:lpwstr/>
  </property>
</Properties>
</file>